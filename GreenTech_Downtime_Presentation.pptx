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1" d="100"/>
          <a:sy n="61" d="100"/>
        </p:scale>
        <p:origin x="144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F7A8B9-29F6-450A-820B-05064FD1274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BB83FF1-FD05-49C0-B856-4A73BED14C0B}">
      <dgm:prSet/>
      <dgm:spPr/>
      <dgm:t>
        <a:bodyPr/>
        <a:lstStyle/>
        <a:p>
          <a:r>
            <a:rPr lang="en-US" dirty="0"/>
            <a:t> Cleaning/Sanitation and Raw Materials are top causes</a:t>
          </a:r>
        </a:p>
      </dgm:t>
    </dgm:pt>
    <dgm:pt modelId="{9AA87B8F-82B5-4F04-9F14-9B3C6E3DD854}" type="parTrans" cxnId="{4D40C108-0230-41E7-8D04-F63EEA2BC2AA}">
      <dgm:prSet/>
      <dgm:spPr/>
      <dgm:t>
        <a:bodyPr/>
        <a:lstStyle/>
        <a:p>
          <a:endParaRPr lang="en-US"/>
        </a:p>
      </dgm:t>
    </dgm:pt>
    <dgm:pt modelId="{4EEAD153-3474-4378-A4A4-0A2825D944AC}" type="sibTrans" cxnId="{4D40C108-0230-41E7-8D04-F63EEA2BC2AA}">
      <dgm:prSet/>
      <dgm:spPr/>
      <dgm:t>
        <a:bodyPr/>
        <a:lstStyle/>
        <a:p>
          <a:endParaRPr lang="en-US"/>
        </a:p>
      </dgm:t>
    </dgm:pt>
    <dgm:pt modelId="{8F70FD80-BE59-4E05-9DD7-821E939144FF}">
      <dgm:prSet/>
      <dgm:spPr/>
      <dgm:t>
        <a:bodyPr/>
        <a:lstStyle/>
        <a:p>
          <a:r>
            <a:rPr lang="en-US" dirty="0"/>
            <a:t>Machine breakdown and scheduling also major contributors</a:t>
          </a:r>
        </a:p>
      </dgm:t>
    </dgm:pt>
    <dgm:pt modelId="{054C232A-E9E3-46BF-8010-2AD00BE8F391}" type="parTrans" cxnId="{50496FF0-3940-4CF1-817B-78FB2F317806}">
      <dgm:prSet/>
      <dgm:spPr/>
      <dgm:t>
        <a:bodyPr/>
        <a:lstStyle/>
        <a:p>
          <a:endParaRPr lang="en-US"/>
        </a:p>
      </dgm:t>
    </dgm:pt>
    <dgm:pt modelId="{CB81BE69-20C6-471C-A580-45D93E3996E4}" type="sibTrans" cxnId="{50496FF0-3940-4CF1-817B-78FB2F317806}">
      <dgm:prSet/>
      <dgm:spPr/>
      <dgm:t>
        <a:bodyPr/>
        <a:lstStyle/>
        <a:p>
          <a:endParaRPr lang="en-US"/>
        </a:p>
      </dgm:t>
    </dgm:pt>
    <dgm:pt modelId="{EA19AF01-9FBC-45E5-8341-9041D7A1E587}">
      <dgm:prSet/>
      <dgm:spPr/>
      <dgm:t>
        <a:bodyPr/>
        <a:lstStyle/>
        <a:p>
          <a:r>
            <a:rPr lang="en-US" dirty="0"/>
            <a:t> Eco-cleaning products show highest downtime frequency</a:t>
          </a:r>
        </a:p>
      </dgm:t>
    </dgm:pt>
    <dgm:pt modelId="{2D216273-E0AC-4F7B-8813-14E662D80A79}" type="parTrans" cxnId="{A4663663-4887-43B3-8136-01C87EBFF553}">
      <dgm:prSet/>
      <dgm:spPr/>
      <dgm:t>
        <a:bodyPr/>
        <a:lstStyle/>
        <a:p>
          <a:endParaRPr lang="en-US"/>
        </a:p>
      </dgm:t>
    </dgm:pt>
    <dgm:pt modelId="{0BAA2631-64E8-4DFF-8D4E-A8809D450158}" type="sibTrans" cxnId="{A4663663-4887-43B3-8136-01C87EBFF553}">
      <dgm:prSet/>
      <dgm:spPr/>
      <dgm:t>
        <a:bodyPr/>
        <a:lstStyle/>
        <a:p>
          <a:endParaRPr lang="en-US"/>
        </a:p>
      </dgm:t>
    </dgm:pt>
    <dgm:pt modelId="{C3E5A050-0054-4D2C-80D1-9CB8B5B9A80A}" type="pres">
      <dgm:prSet presAssocID="{CBF7A8B9-29F6-450A-820B-05064FD12747}" presName="root" presStyleCnt="0">
        <dgm:presLayoutVars>
          <dgm:dir/>
          <dgm:resizeHandles val="exact"/>
        </dgm:presLayoutVars>
      </dgm:prSet>
      <dgm:spPr/>
    </dgm:pt>
    <dgm:pt modelId="{0C9045DA-F47B-4EE4-91B0-65A1A0FEE8A5}" type="pres">
      <dgm:prSet presAssocID="{9BB83FF1-FD05-49C0-B856-4A73BED14C0B}" presName="compNode" presStyleCnt="0"/>
      <dgm:spPr/>
    </dgm:pt>
    <dgm:pt modelId="{0E01F798-D9F2-41F2-9A40-27607C7B5815}" type="pres">
      <dgm:prSet presAssocID="{9BB83FF1-FD05-49C0-B856-4A73BED14C0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19B45634-6B45-4F39-B287-CDD4DDAD7D1E}" type="pres">
      <dgm:prSet presAssocID="{9BB83FF1-FD05-49C0-B856-4A73BED14C0B}" presName="spaceRect" presStyleCnt="0"/>
      <dgm:spPr/>
    </dgm:pt>
    <dgm:pt modelId="{32533A14-F477-4D68-8F56-D079C9C3EEFC}" type="pres">
      <dgm:prSet presAssocID="{9BB83FF1-FD05-49C0-B856-4A73BED14C0B}" presName="textRect" presStyleLbl="revTx" presStyleIdx="0" presStyleCnt="3">
        <dgm:presLayoutVars>
          <dgm:chMax val="1"/>
          <dgm:chPref val="1"/>
        </dgm:presLayoutVars>
      </dgm:prSet>
      <dgm:spPr/>
    </dgm:pt>
    <dgm:pt modelId="{1F05A5F6-9099-45A4-A377-07AEA24F5FF6}" type="pres">
      <dgm:prSet presAssocID="{4EEAD153-3474-4378-A4A4-0A2825D944AC}" presName="sibTrans" presStyleCnt="0"/>
      <dgm:spPr/>
    </dgm:pt>
    <dgm:pt modelId="{B65D74DE-0BE0-4EF0-8E25-B6FD26A82B67}" type="pres">
      <dgm:prSet presAssocID="{8F70FD80-BE59-4E05-9DD7-821E939144FF}" presName="compNode" presStyleCnt="0"/>
      <dgm:spPr/>
    </dgm:pt>
    <dgm:pt modelId="{62A58DE1-D418-4A3E-9404-006B2A98A7AD}" type="pres">
      <dgm:prSet presAssocID="{8F70FD80-BE59-4E05-9DD7-821E939144F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C6FC0F57-BDD2-4037-A9DE-42890CE4BA5F}" type="pres">
      <dgm:prSet presAssocID="{8F70FD80-BE59-4E05-9DD7-821E939144FF}" presName="spaceRect" presStyleCnt="0"/>
      <dgm:spPr/>
    </dgm:pt>
    <dgm:pt modelId="{6A9CB7FC-0E98-471E-AB77-557F01740541}" type="pres">
      <dgm:prSet presAssocID="{8F70FD80-BE59-4E05-9DD7-821E939144FF}" presName="textRect" presStyleLbl="revTx" presStyleIdx="1" presStyleCnt="3">
        <dgm:presLayoutVars>
          <dgm:chMax val="1"/>
          <dgm:chPref val="1"/>
        </dgm:presLayoutVars>
      </dgm:prSet>
      <dgm:spPr/>
    </dgm:pt>
    <dgm:pt modelId="{1E7916DD-FC1E-4BBF-AD43-2BE5ACFF9548}" type="pres">
      <dgm:prSet presAssocID="{CB81BE69-20C6-471C-A580-45D93E3996E4}" presName="sibTrans" presStyleCnt="0"/>
      <dgm:spPr/>
    </dgm:pt>
    <dgm:pt modelId="{6AEEE03D-F783-4118-9050-A1B2218FC999}" type="pres">
      <dgm:prSet presAssocID="{EA19AF01-9FBC-45E5-8341-9041D7A1E587}" presName="compNode" presStyleCnt="0"/>
      <dgm:spPr/>
    </dgm:pt>
    <dgm:pt modelId="{FF567F96-A519-40F5-8100-44BBAE3FD512}" type="pres">
      <dgm:prSet presAssocID="{EA19AF01-9FBC-45E5-8341-9041D7A1E58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k"/>
        </a:ext>
      </dgm:extLst>
    </dgm:pt>
    <dgm:pt modelId="{A31E2B68-0A4C-4B16-B499-CD1AD0143BEB}" type="pres">
      <dgm:prSet presAssocID="{EA19AF01-9FBC-45E5-8341-9041D7A1E587}" presName="spaceRect" presStyleCnt="0"/>
      <dgm:spPr/>
    </dgm:pt>
    <dgm:pt modelId="{D277010E-603E-4555-A68E-A68477CCF87A}" type="pres">
      <dgm:prSet presAssocID="{EA19AF01-9FBC-45E5-8341-9041D7A1E58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D40C108-0230-41E7-8D04-F63EEA2BC2AA}" srcId="{CBF7A8B9-29F6-450A-820B-05064FD12747}" destId="{9BB83FF1-FD05-49C0-B856-4A73BED14C0B}" srcOrd="0" destOrd="0" parTransId="{9AA87B8F-82B5-4F04-9F14-9B3C6E3DD854}" sibTransId="{4EEAD153-3474-4378-A4A4-0A2825D944AC}"/>
    <dgm:cxn modelId="{7B2FC438-0960-4964-9DC1-71A50667A640}" type="presOf" srcId="{8F70FD80-BE59-4E05-9DD7-821E939144FF}" destId="{6A9CB7FC-0E98-471E-AB77-557F01740541}" srcOrd="0" destOrd="0" presId="urn:microsoft.com/office/officeart/2018/2/layout/IconLabelList"/>
    <dgm:cxn modelId="{A4663663-4887-43B3-8136-01C87EBFF553}" srcId="{CBF7A8B9-29F6-450A-820B-05064FD12747}" destId="{EA19AF01-9FBC-45E5-8341-9041D7A1E587}" srcOrd="2" destOrd="0" parTransId="{2D216273-E0AC-4F7B-8813-14E662D80A79}" sibTransId="{0BAA2631-64E8-4DFF-8D4E-A8809D450158}"/>
    <dgm:cxn modelId="{7D1ECDA8-B226-4389-BF06-BABB69C42A85}" type="presOf" srcId="{9BB83FF1-FD05-49C0-B856-4A73BED14C0B}" destId="{32533A14-F477-4D68-8F56-D079C9C3EEFC}" srcOrd="0" destOrd="0" presId="urn:microsoft.com/office/officeart/2018/2/layout/IconLabelList"/>
    <dgm:cxn modelId="{4A8181DA-3A06-458D-AC4E-D82B22B1DD0F}" type="presOf" srcId="{EA19AF01-9FBC-45E5-8341-9041D7A1E587}" destId="{D277010E-603E-4555-A68E-A68477CCF87A}" srcOrd="0" destOrd="0" presId="urn:microsoft.com/office/officeart/2018/2/layout/IconLabelList"/>
    <dgm:cxn modelId="{50496FF0-3940-4CF1-817B-78FB2F317806}" srcId="{CBF7A8B9-29F6-450A-820B-05064FD12747}" destId="{8F70FD80-BE59-4E05-9DD7-821E939144FF}" srcOrd="1" destOrd="0" parTransId="{054C232A-E9E3-46BF-8010-2AD00BE8F391}" sibTransId="{CB81BE69-20C6-471C-A580-45D93E3996E4}"/>
    <dgm:cxn modelId="{4D6632F6-7956-4E3A-8E0B-74CAAF3E4D55}" type="presOf" srcId="{CBF7A8B9-29F6-450A-820B-05064FD12747}" destId="{C3E5A050-0054-4D2C-80D1-9CB8B5B9A80A}" srcOrd="0" destOrd="0" presId="urn:microsoft.com/office/officeart/2018/2/layout/IconLabelList"/>
    <dgm:cxn modelId="{C2FE711E-DBC6-4E4B-B529-21CE552B2637}" type="presParOf" srcId="{C3E5A050-0054-4D2C-80D1-9CB8B5B9A80A}" destId="{0C9045DA-F47B-4EE4-91B0-65A1A0FEE8A5}" srcOrd="0" destOrd="0" presId="urn:microsoft.com/office/officeart/2018/2/layout/IconLabelList"/>
    <dgm:cxn modelId="{B25BD5B2-ED36-4135-8AF0-7C9AFDDF175C}" type="presParOf" srcId="{0C9045DA-F47B-4EE4-91B0-65A1A0FEE8A5}" destId="{0E01F798-D9F2-41F2-9A40-27607C7B5815}" srcOrd="0" destOrd="0" presId="urn:microsoft.com/office/officeart/2018/2/layout/IconLabelList"/>
    <dgm:cxn modelId="{B554ED08-9F0F-4555-B69A-B3B8CBD29937}" type="presParOf" srcId="{0C9045DA-F47B-4EE4-91B0-65A1A0FEE8A5}" destId="{19B45634-6B45-4F39-B287-CDD4DDAD7D1E}" srcOrd="1" destOrd="0" presId="urn:microsoft.com/office/officeart/2018/2/layout/IconLabelList"/>
    <dgm:cxn modelId="{C0C35007-9AF1-4BE9-966E-595D728DBBFA}" type="presParOf" srcId="{0C9045DA-F47B-4EE4-91B0-65A1A0FEE8A5}" destId="{32533A14-F477-4D68-8F56-D079C9C3EEFC}" srcOrd="2" destOrd="0" presId="urn:microsoft.com/office/officeart/2018/2/layout/IconLabelList"/>
    <dgm:cxn modelId="{18B256B7-7B61-4B26-8CD3-40E660C834EC}" type="presParOf" srcId="{C3E5A050-0054-4D2C-80D1-9CB8B5B9A80A}" destId="{1F05A5F6-9099-45A4-A377-07AEA24F5FF6}" srcOrd="1" destOrd="0" presId="urn:microsoft.com/office/officeart/2018/2/layout/IconLabelList"/>
    <dgm:cxn modelId="{21931F28-0D34-4E7B-9E21-FC6A2FDAC838}" type="presParOf" srcId="{C3E5A050-0054-4D2C-80D1-9CB8B5B9A80A}" destId="{B65D74DE-0BE0-4EF0-8E25-B6FD26A82B67}" srcOrd="2" destOrd="0" presId="urn:microsoft.com/office/officeart/2018/2/layout/IconLabelList"/>
    <dgm:cxn modelId="{48845CA6-6D7B-4EE6-A69A-FD27D6DA1189}" type="presParOf" srcId="{B65D74DE-0BE0-4EF0-8E25-B6FD26A82B67}" destId="{62A58DE1-D418-4A3E-9404-006B2A98A7AD}" srcOrd="0" destOrd="0" presId="urn:microsoft.com/office/officeart/2018/2/layout/IconLabelList"/>
    <dgm:cxn modelId="{9939702C-A39D-42C8-A941-D5758D605E3A}" type="presParOf" srcId="{B65D74DE-0BE0-4EF0-8E25-B6FD26A82B67}" destId="{C6FC0F57-BDD2-4037-A9DE-42890CE4BA5F}" srcOrd="1" destOrd="0" presId="urn:microsoft.com/office/officeart/2018/2/layout/IconLabelList"/>
    <dgm:cxn modelId="{542BDCFD-48F3-454A-8935-2D26A85182D7}" type="presParOf" srcId="{B65D74DE-0BE0-4EF0-8E25-B6FD26A82B67}" destId="{6A9CB7FC-0E98-471E-AB77-557F01740541}" srcOrd="2" destOrd="0" presId="urn:microsoft.com/office/officeart/2018/2/layout/IconLabelList"/>
    <dgm:cxn modelId="{BCE32D7F-13C8-4A1C-9666-43B510677EAF}" type="presParOf" srcId="{C3E5A050-0054-4D2C-80D1-9CB8B5B9A80A}" destId="{1E7916DD-FC1E-4BBF-AD43-2BE5ACFF9548}" srcOrd="3" destOrd="0" presId="urn:microsoft.com/office/officeart/2018/2/layout/IconLabelList"/>
    <dgm:cxn modelId="{BE94F614-F09E-4F55-9697-629683C86B1B}" type="presParOf" srcId="{C3E5A050-0054-4D2C-80D1-9CB8B5B9A80A}" destId="{6AEEE03D-F783-4118-9050-A1B2218FC999}" srcOrd="4" destOrd="0" presId="urn:microsoft.com/office/officeart/2018/2/layout/IconLabelList"/>
    <dgm:cxn modelId="{16265ABB-557D-403D-B494-E49E80E8E709}" type="presParOf" srcId="{6AEEE03D-F783-4118-9050-A1B2218FC999}" destId="{FF567F96-A519-40F5-8100-44BBAE3FD512}" srcOrd="0" destOrd="0" presId="urn:microsoft.com/office/officeart/2018/2/layout/IconLabelList"/>
    <dgm:cxn modelId="{02727683-2B39-4B97-8B71-092CCD1F5097}" type="presParOf" srcId="{6AEEE03D-F783-4118-9050-A1B2218FC999}" destId="{A31E2B68-0A4C-4B16-B499-CD1AD0143BEB}" srcOrd="1" destOrd="0" presId="urn:microsoft.com/office/officeart/2018/2/layout/IconLabelList"/>
    <dgm:cxn modelId="{E44AD886-0F76-4F0B-8F8B-1F031EA341E5}" type="presParOf" srcId="{6AEEE03D-F783-4118-9050-A1B2218FC999}" destId="{D277010E-603E-4555-A68E-A68477CCF87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ECDEB5-2EA9-432A-A310-8BA52A79AEA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A2521CD-A86E-4D9D-A0A8-DB8563DB821D}">
      <dgm:prSet/>
      <dgm:spPr/>
      <dgm:t>
        <a:bodyPr/>
        <a:lstStyle/>
        <a:p>
          <a:r>
            <a:rPr lang="en-US"/>
            <a:t>Actual production time exceeds planned time across products</a:t>
          </a:r>
        </a:p>
      </dgm:t>
    </dgm:pt>
    <dgm:pt modelId="{CA8CFB59-9890-4CEB-8805-8D53510D5ED5}" type="parTrans" cxnId="{29525585-11DD-4974-8BDD-BF00073885EB}">
      <dgm:prSet/>
      <dgm:spPr/>
      <dgm:t>
        <a:bodyPr/>
        <a:lstStyle/>
        <a:p>
          <a:endParaRPr lang="en-US"/>
        </a:p>
      </dgm:t>
    </dgm:pt>
    <dgm:pt modelId="{F82900E6-7938-4903-89FE-249063198D19}" type="sibTrans" cxnId="{29525585-11DD-4974-8BDD-BF00073885EB}">
      <dgm:prSet/>
      <dgm:spPr/>
      <dgm:t>
        <a:bodyPr/>
        <a:lstStyle/>
        <a:p>
          <a:endParaRPr lang="en-US"/>
        </a:p>
      </dgm:t>
    </dgm:pt>
    <dgm:pt modelId="{F6C2FEEC-8B2C-46B4-8BA6-B91435515AE2}">
      <dgm:prSet/>
      <dgm:spPr/>
      <dgm:t>
        <a:bodyPr/>
        <a:lstStyle/>
        <a:p>
          <a:r>
            <a:rPr lang="en-US"/>
            <a:t>GreenFoam Hand Soap has highest delay duration</a:t>
          </a:r>
        </a:p>
      </dgm:t>
    </dgm:pt>
    <dgm:pt modelId="{0FFD76ED-1540-4C48-A371-F114F8C2F09F}" type="parTrans" cxnId="{E2D833CA-EB3E-42C3-9A25-324271DFD684}">
      <dgm:prSet/>
      <dgm:spPr/>
      <dgm:t>
        <a:bodyPr/>
        <a:lstStyle/>
        <a:p>
          <a:endParaRPr lang="en-US"/>
        </a:p>
      </dgm:t>
    </dgm:pt>
    <dgm:pt modelId="{FFD66F44-46E2-4E64-96BF-62FBBFE6E91E}" type="sibTrans" cxnId="{E2D833CA-EB3E-42C3-9A25-324271DFD684}">
      <dgm:prSet/>
      <dgm:spPr/>
      <dgm:t>
        <a:bodyPr/>
        <a:lstStyle/>
        <a:p>
          <a:endParaRPr lang="en-US"/>
        </a:p>
      </dgm:t>
    </dgm:pt>
    <dgm:pt modelId="{C2903E2F-496F-4A29-9CA2-9C2D9D330D64}">
      <dgm:prSet/>
      <dgm:spPr/>
      <dgm:t>
        <a:bodyPr/>
        <a:lstStyle/>
        <a:p>
          <a:r>
            <a:rPr lang="en-US"/>
            <a:t>Downtime trend peaked around March–May</a:t>
          </a:r>
        </a:p>
      </dgm:t>
    </dgm:pt>
    <dgm:pt modelId="{1B7CFB11-1CD1-4AD6-BC71-A7BA57755558}" type="parTrans" cxnId="{F699E8DC-F07B-4FB7-96A4-BA9D9437795E}">
      <dgm:prSet/>
      <dgm:spPr/>
      <dgm:t>
        <a:bodyPr/>
        <a:lstStyle/>
        <a:p>
          <a:endParaRPr lang="en-US"/>
        </a:p>
      </dgm:t>
    </dgm:pt>
    <dgm:pt modelId="{3ADCAD30-6782-4E57-A4F7-6475C786A401}" type="sibTrans" cxnId="{F699E8DC-F07B-4FB7-96A4-BA9D9437795E}">
      <dgm:prSet/>
      <dgm:spPr/>
      <dgm:t>
        <a:bodyPr/>
        <a:lstStyle/>
        <a:p>
          <a:endParaRPr lang="en-US"/>
        </a:p>
      </dgm:t>
    </dgm:pt>
    <dgm:pt modelId="{95B08330-CFD3-4DCF-9795-449CCD6E53E6}" type="pres">
      <dgm:prSet presAssocID="{E2ECDEB5-2EA9-432A-A310-8BA52A79AEA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24EF35-A8EB-471C-B997-1DAF5E02FAEA}" type="pres">
      <dgm:prSet presAssocID="{6A2521CD-A86E-4D9D-A0A8-DB8563DB821D}" presName="hierRoot1" presStyleCnt="0"/>
      <dgm:spPr/>
    </dgm:pt>
    <dgm:pt modelId="{A5058844-9566-4B9C-8112-695B657F9986}" type="pres">
      <dgm:prSet presAssocID="{6A2521CD-A86E-4D9D-A0A8-DB8563DB821D}" presName="composite" presStyleCnt="0"/>
      <dgm:spPr/>
    </dgm:pt>
    <dgm:pt modelId="{C9DABC3C-9699-4A05-8449-E0D1A6FB4130}" type="pres">
      <dgm:prSet presAssocID="{6A2521CD-A86E-4D9D-A0A8-DB8563DB821D}" presName="background" presStyleLbl="node0" presStyleIdx="0" presStyleCnt="3"/>
      <dgm:spPr/>
    </dgm:pt>
    <dgm:pt modelId="{12928773-C9E6-4D3D-A7EC-202AB4D732F4}" type="pres">
      <dgm:prSet presAssocID="{6A2521CD-A86E-4D9D-A0A8-DB8563DB821D}" presName="text" presStyleLbl="fgAcc0" presStyleIdx="0" presStyleCnt="3">
        <dgm:presLayoutVars>
          <dgm:chPref val="3"/>
        </dgm:presLayoutVars>
      </dgm:prSet>
      <dgm:spPr/>
    </dgm:pt>
    <dgm:pt modelId="{3D653548-340F-4BAA-BE92-83077666B5F9}" type="pres">
      <dgm:prSet presAssocID="{6A2521CD-A86E-4D9D-A0A8-DB8563DB821D}" presName="hierChild2" presStyleCnt="0"/>
      <dgm:spPr/>
    </dgm:pt>
    <dgm:pt modelId="{C8FB05D8-AE02-4B6A-AF25-54A40F1EE7E4}" type="pres">
      <dgm:prSet presAssocID="{F6C2FEEC-8B2C-46B4-8BA6-B91435515AE2}" presName="hierRoot1" presStyleCnt="0"/>
      <dgm:spPr/>
    </dgm:pt>
    <dgm:pt modelId="{BEC31B6A-C4CD-4A3D-B11D-24A0C9F1524E}" type="pres">
      <dgm:prSet presAssocID="{F6C2FEEC-8B2C-46B4-8BA6-B91435515AE2}" presName="composite" presStyleCnt="0"/>
      <dgm:spPr/>
    </dgm:pt>
    <dgm:pt modelId="{C0C9490C-1BCE-417A-A147-A8C289C1CB7C}" type="pres">
      <dgm:prSet presAssocID="{F6C2FEEC-8B2C-46B4-8BA6-B91435515AE2}" presName="background" presStyleLbl="node0" presStyleIdx="1" presStyleCnt="3"/>
      <dgm:spPr/>
    </dgm:pt>
    <dgm:pt modelId="{0F8276A2-7325-43AB-8005-C747F7860F27}" type="pres">
      <dgm:prSet presAssocID="{F6C2FEEC-8B2C-46B4-8BA6-B91435515AE2}" presName="text" presStyleLbl="fgAcc0" presStyleIdx="1" presStyleCnt="3">
        <dgm:presLayoutVars>
          <dgm:chPref val="3"/>
        </dgm:presLayoutVars>
      </dgm:prSet>
      <dgm:spPr/>
    </dgm:pt>
    <dgm:pt modelId="{D6EE3A4C-11A3-4F17-AA27-A3511C27E85C}" type="pres">
      <dgm:prSet presAssocID="{F6C2FEEC-8B2C-46B4-8BA6-B91435515AE2}" presName="hierChild2" presStyleCnt="0"/>
      <dgm:spPr/>
    </dgm:pt>
    <dgm:pt modelId="{ABABE5B1-E339-4E36-8323-386E69567151}" type="pres">
      <dgm:prSet presAssocID="{C2903E2F-496F-4A29-9CA2-9C2D9D330D64}" presName="hierRoot1" presStyleCnt="0"/>
      <dgm:spPr/>
    </dgm:pt>
    <dgm:pt modelId="{849E659B-E19E-4D15-BB2E-0E3C47976163}" type="pres">
      <dgm:prSet presAssocID="{C2903E2F-496F-4A29-9CA2-9C2D9D330D64}" presName="composite" presStyleCnt="0"/>
      <dgm:spPr/>
    </dgm:pt>
    <dgm:pt modelId="{E009591E-3467-4182-9369-D5151E2C0CDF}" type="pres">
      <dgm:prSet presAssocID="{C2903E2F-496F-4A29-9CA2-9C2D9D330D64}" presName="background" presStyleLbl="node0" presStyleIdx="2" presStyleCnt="3"/>
      <dgm:spPr/>
    </dgm:pt>
    <dgm:pt modelId="{FCB04040-8294-4FC6-B633-BFFF72692CB4}" type="pres">
      <dgm:prSet presAssocID="{C2903E2F-496F-4A29-9CA2-9C2D9D330D64}" presName="text" presStyleLbl="fgAcc0" presStyleIdx="2" presStyleCnt="3">
        <dgm:presLayoutVars>
          <dgm:chPref val="3"/>
        </dgm:presLayoutVars>
      </dgm:prSet>
      <dgm:spPr/>
    </dgm:pt>
    <dgm:pt modelId="{9BBD8F3C-3C2A-4FED-846B-966B522C36B7}" type="pres">
      <dgm:prSet presAssocID="{C2903E2F-496F-4A29-9CA2-9C2D9D330D64}" presName="hierChild2" presStyleCnt="0"/>
      <dgm:spPr/>
    </dgm:pt>
  </dgm:ptLst>
  <dgm:cxnLst>
    <dgm:cxn modelId="{8AFC9D49-1ABE-4300-BC21-224DB842F2DA}" type="presOf" srcId="{6A2521CD-A86E-4D9D-A0A8-DB8563DB821D}" destId="{12928773-C9E6-4D3D-A7EC-202AB4D732F4}" srcOrd="0" destOrd="0" presId="urn:microsoft.com/office/officeart/2005/8/layout/hierarchy1"/>
    <dgm:cxn modelId="{81441B4C-73D2-4A52-9B0F-92A9622D6AAB}" type="presOf" srcId="{F6C2FEEC-8B2C-46B4-8BA6-B91435515AE2}" destId="{0F8276A2-7325-43AB-8005-C747F7860F27}" srcOrd="0" destOrd="0" presId="urn:microsoft.com/office/officeart/2005/8/layout/hierarchy1"/>
    <dgm:cxn modelId="{65C07252-DBDE-4EBD-AA30-25CA86176FDB}" type="presOf" srcId="{E2ECDEB5-2EA9-432A-A310-8BA52A79AEAF}" destId="{95B08330-CFD3-4DCF-9795-449CCD6E53E6}" srcOrd="0" destOrd="0" presId="urn:microsoft.com/office/officeart/2005/8/layout/hierarchy1"/>
    <dgm:cxn modelId="{29525585-11DD-4974-8BDD-BF00073885EB}" srcId="{E2ECDEB5-2EA9-432A-A310-8BA52A79AEAF}" destId="{6A2521CD-A86E-4D9D-A0A8-DB8563DB821D}" srcOrd="0" destOrd="0" parTransId="{CA8CFB59-9890-4CEB-8805-8D53510D5ED5}" sibTransId="{F82900E6-7938-4903-89FE-249063198D19}"/>
    <dgm:cxn modelId="{13868194-0CF7-4D25-A504-179FB4E67338}" type="presOf" srcId="{C2903E2F-496F-4A29-9CA2-9C2D9D330D64}" destId="{FCB04040-8294-4FC6-B633-BFFF72692CB4}" srcOrd="0" destOrd="0" presId="urn:microsoft.com/office/officeart/2005/8/layout/hierarchy1"/>
    <dgm:cxn modelId="{E2D833CA-EB3E-42C3-9A25-324271DFD684}" srcId="{E2ECDEB5-2EA9-432A-A310-8BA52A79AEAF}" destId="{F6C2FEEC-8B2C-46B4-8BA6-B91435515AE2}" srcOrd="1" destOrd="0" parTransId="{0FFD76ED-1540-4C48-A371-F114F8C2F09F}" sibTransId="{FFD66F44-46E2-4E64-96BF-62FBBFE6E91E}"/>
    <dgm:cxn modelId="{F699E8DC-F07B-4FB7-96A4-BA9D9437795E}" srcId="{E2ECDEB5-2EA9-432A-A310-8BA52A79AEAF}" destId="{C2903E2F-496F-4A29-9CA2-9C2D9D330D64}" srcOrd="2" destOrd="0" parTransId="{1B7CFB11-1CD1-4AD6-BC71-A7BA57755558}" sibTransId="{3ADCAD30-6782-4E57-A4F7-6475C786A401}"/>
    <dgm:cxn modelId="{8FEE704E-D786-4224-B4EA-B7A52E34D76D}" type="presParOf" srcId="{95B08330-CFD3-4DCF-9795-449CCD6E53E6}" destId="{1E24EF35-A8EB-471C-B997-1DAF5E02FAEA}" srcOrd="0" destOrd="0" presId="urn:microsoft.com/office/officeart/2005/8/layout/hierarchy1"/>
    <dgm:cxn modelId="{1F124569-E981-4FF5-9426-B1500C3FF047}" type="presParOf" srcId="{1E24EF35-A8EB-471C-B997-1DAF5E02FAEA}" destId="{A5058844-9566-4B9C-8112-695B657F9986}" srcOrd="0" destOrd="0" presId="urn:microsoft.com/office/officeart/2005/8/layout/hierarchy1"/>
    <dgm:cxn modelId="{F2EF7615-B520-4C2F-9893-47B35448AE16}" type="presParOf" srcId="{A5058844-9566-4B9C-8112-695B657F9986}" destId="{C9DABC3C-9699-4A05-8449-E0D1A6FB4130}" srcOrd="0" destOrd="0" presId="urn:microsoft.com/office/officeart/2005/8/layout/hierarchy1"/>
    <dgm:cxn modelId="{9B1E32CE-66AF-4DDC-8E4A-99737485FE03}" type="presParOf" srcId="{A5058844-9566-4B9C-8112-695B657F9986}" destId="{12928773-C9E6-4D3D-A7EC-202AB4D732F4}" srcOrd="1" destOrd="0" presId="urn:microsoft.com/office/officeart/2005/8/layout/hierarchy1"/>
    <dgm:cxn modelId="{F0C1802C-DF0A-4C1C-B35C-9D6CED5E4F77}" type="presParOf" srcId="{1E24EF35-A8EB-471C-B997-1DAF5E02FAEA}" destId="{3D653548-340F-4BAA-BE92-83077666B5F9}" srcOrd="1" destOrd="0" presId="urn:microsoft.com/office/officeart/2005/8/layout/hierarchy1"/>
    <dgm:cxn modelId="{4D9870F8-F65F-4F07-A889-E2F1B4B4BF5A}" type="presParOf" srcId="{95B08330-CFD3-4DCF-9795-449CCD6E53E6}" destId="{C8FB05D8-AE02-4B6A-AF25-54A40F1EE7E4}" srcOrd="1" destOrd="0" presId="urn:microsoft.com/office/officeart/2005/8/layout/hierarchy1"/>
    <dgm:cxn modelId="{6CCE0606-9CDF-44F4-B5C7-C2399D6C1F69}" type="presParOf" srcId="{C8FB05D8-AE02-4B6A-AF25-54A40F1EE7E4}" destId="{BEC31B6A-C4CD-4A3D-B11D-24A0C9F1524E}" srcOrd="0" destOrd="0" presId="urn:microsoft.com/office/officeart/2005/8/layout/hierarchy1"/>
    <dgm:cxn modelId="{7BD4DA29-1308-4A2B-AF4C-A02482D03272}" type="presParOf" srcId="{BEC31B6A-C4CD-4A3D-B11D-24A0C9F1524E}" destId="{C0C9490C-1BCE-417A-A147-A8C289C1CB7C}" srcOrd="0" destOrd="0" presId="urn:microsoft.com/office/officeart/2005/8/layout/hierarchy1"/>
    <dgm:cxn modelId="{81102F0C-C003-4BC8-8615-E4F33456E22E}" type="presParOf" srcId="{BEC31B6A-C4CD-4A3D-B11D-24A0C9F1524E}" destId="{0F8276A2-7325-43AB-8005-C747F7860F27}" srcOrd="1" destOrd="0" presId="urn:microsoft.com/office/officeart/2005/8/layout/hierarchy1"/>
    <dgm:cxn modelId="{CCAE1702-A162-4220-A4AD-2CEDA830EECF}" type="presParOf" srcId="{C8FB05D8-AE02-4B6A-AF25-54A40F1EE7E4}" destId="{D6EE3A4C-11A3-4F17-AA27-A3511C27E85C}" srcOrd="1" destOrd="0" presId="urn:microsoft.com/office/officeart/2005/8/layout/hierarchy1"/>
    <dgm:cxn modelId="{D6E3B653-5B68-487B-8065-06FBBA189817}" type="presParOf" srcId="{95B08330-CFD3-4DCF-9795-449CCD6E53E6}" destId="{ABABE5B1-E339-4E36-8323-386E69567151}" srcOrd="2" destOrd="0" presId="urn:microsoft.com/office/officeart/2005/8/layout/hierarchy1"/>
    <dgm:cxn modelId="{3E9DA7BE-41E7-448A-8008-DBACA1F80025}" type="presParOf" srcId="{ABABE5B1-E339-4E36-8323-386E69567151}" destId="{849E659B-E19E-4D15-BB2E-0E3C47976163}" srcOrd="0" destOrd="0" presId="urn:microsoft.com/office/officeart/2005/8/layout/hierarchy1"/>
    <dgm:cxn modelId="{AA03F1EA-BE5D-4908-952E-9471F5CA71D3}" type="presParOf" srcId="{849E659B-E19E-4D15-BB2E-0E3C47976163}" destId="{E009591E-3467-4182-9369-D5151E2C0CDF}" srcOrd="0" destOrd="0" presId="urn:microsoft.com/office/officeart/2005/8/layout/hierarchy1"/>
    <dgm:cxn modelId="{A5A372D5-8898-40B6-B01A-D6397D17C74F}" type="presParOf" srcId="{849E659B-E19E-4D15-BB2E-0E3C47976163}" destId="{FCB04040-8294-4FC6-B633-BFFF72692CB4}" srcOrd="1" destOrd="0" presId="urn:microsoft.com/office/officeart/2005/8/layout/hierarchy1"/>
    <dgm:cxn modelId="{886A135E-B17F-4A04-A6D5-CDC85974D5B9}" type="presParOf" srcId="{ABABE5B1-E339-4E36-8323-386E69567151}" destId="{9BBD8F3C-3C2A-4FED-846B-966B522C36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3F7A5A-E79B-4084-AED2-ACC6F787D26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2D94829-51DF-45B1-92CA-25B958976442}">
      <dgm:prSet/>
      <dgm:spPr/>
      <dgm:t>
        <a:bodyPr/>
        <a:lstStyle/>
        <a:p>
          <a:r>
            <a:rPr lang="en-US" dirty="0"/>
            <a:t> Paul and James have highest downtime frequency</a:t>
          </a:r>
        </a:p>
      </dgm:t>
    </dgm:pt>
    <dgm:pt modelId="{1D1ED07E-9805-41C7-99F2-F689F7151D7C}" type="parTrans" cxnId="{75ADA006-ACF0-4589-9E18-534348291188}">
      <dgm:prSet/>
      <dgm:spPr/>
      <dgm:t>
        <a:bodyPr/>
        <a:lstStyle/>
        <a:p>
          <a:endParaRPr lang="en-US"/>
        </a:p>
      </dgm:t>
    </dgm:pt>
    <dgm:pt modelId="{3E546AEF-EC18-4FB0-9660-CBE92D0E7514}" type="sibTrans" cxnId="{75ADA006-ACF0-4589-9E18-534348291188}">
      <dgm:prSet/>
      <dgm:spPr/>
      <dgm:t>
        <a:bodyPr/>
        <a:lstStyle/>
        <a:p>
          <a:endParaRPr lang="en-US"/>
        </a:p>
      </dgm:t>
    </dgm:pt>
    <dgm:pt modelId="{1478F9A4-DA79-49E9-9307-D112F1BF301E}">
      <dgm:prSet/>
      <dgm:spPr/>
      <dgm:t>
        <a:bodyPr/>
        <a:lstStyle/>
        <a:p>
          <a:r>
            <a:rPr lang="en-US" dirty="0"/>
            <a:t> Linda has highest % delayed batches (~70%)</a:t>
          </a:r>
        </a:p>
      </dgm:t>
    </dgm:pt>
    <dgm:pt modelId="{5CD33868-A428-426F-BA9F-F1B1A39F456D}" type="parTrans" cxnId="{1D0DE552-33DD-4B8E-8C65-9A3FCB3D5DD2}">
      <dgm:prSet/>
      <dgm:spPr/>
      <dgm:t>
        <a:bodyPr/>
        <a:lstStyle/>
        <a:p>
          <a:endParaRPr lang="en-US"/>
        </a:p>
      </dgm:t>
    </dgm:pt>
    <dgm:pt modelId="{C8B79509-5FFE-45B6-B796-CE442799EB48}" type="sibTrans" cxnId="{1D0DE552-33DD-4B8E-8C65-9A3FCB3D5DD2}">
      <dgm:prSet/>
      <dgm:spPr/>
      <dgm:t>
        <a:bodyPr/>
        <a:lstStyle/>
        <a:p>
          <a:endParaRPr lang="en-US"/>
        </a:p>
      </dgm:t>
    </dgm:pt>
    <dgm:pt modelId="{A04B42AC-C414-4C86-A974-74AFA6E86D8E}">
      <dgm:prSet/>
      <dgm:spPr/>
      <dgm:t>
        <a:bodyPr/>
        <a:lstStyle/>
        <a:p>
          <a:r>
            <a:rPr lang="en-US" dirty="0"/>
            <a:t> Some operators handle multiple batches per day, increasing workload risk</a:t>
          </a:r>
        </a:p>
      </dgm:t>
    </dgm:pt>
    <dgm:pt modelId="{0C0CC941-54C3-4BE6-83A9-16EC5A2472ED}" type="parTrans" cxnId="{DC0D7EF6-65EE-45D0-94CF-BB097EA847BB}">
      <dgm:prSet/>
      <dgm:spPr/>
      <dgm:t>
        <a:bodyPr/>
        <a:lstStyle/>
        <a:p>
          <a:endParaRPr lang="en-US"/>
        </a:p>
      </dgm:t>
    </dgm:pt>
    <dgm:pt modelId="{ED0BAF71-2CE0-4FDF-A596-4ED160A6B47F}" type="sibTrans" cxnId="{DC0D7EF6-65EE-45D0-94CF-BB097EA847BB}">
      <dgm:prSet/>
      <dgm:spPr/>
      <dgm:t>
        <a:bodyPr/>
        <a:lstStyle/>
        <a:p>
          <a:endParaRPr lang="en-US"/>
        </a:p>
      </dgm:t>
    </dgm:pt>
    <dgm:pt modelId="{4407BF6E-45AE-44D5-A9C8-07BBAED8BFCF}" type="pres">
      <dgm:prSet presAssocID="{823F7A5A-E79B-4084-AED2-ACC6F787D267}" presName="root" presStyleCnt="0">
        <dgm:presLayoutVars>
          <dgm:dir/>
          <dgm:resizeHandles val="exact"/>
        </dgm:presLayoutVars>
      </dgm:prSet>
      <dgm:spPr/>
    </dgm:pt>
    <dgm:pt modelId="{8125CFC0-FCB2-4C99-9B95-81521B38906D}" type="pres">
      <dgm:prSet presAssocID="{F2D94829-51DF-45B1-92CA-25B958976442}" presName="compNode" presStyleCnt="0"/>
      <dgm:spPr/>
    </dgm:pt>
    <dgm:pt modelId="{5491B46B-9028-47AE-8840-841EA40288C2}" type="pres">
      <dgm:prSet presAssocID="{F2D94829-51DF-45B1-92CA-25B95897644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927AB323-5D7A-434C-A620-F3334BEA9FD1}" type="pres">
      <dgm:prSet presAssocID="{F2D94829-51DF-45B1-92CA-25B958976442}" presName="spaceRect" presStyleCnt="0"/>
      <dgm:spPr/>
    </dgm:pt>
    <dgm:pt modelId="{14751D22-2687-4E3C-AFF1-16F91A09C2CC}" type="pres">
      <dgm:prSet presAssocID="{F2D94829-51DF-45B1-92CA-25B958976442}" presName="textRect" presStyleLbl="revTx" presStyleIdx="0" presStyleCnt="3">
        <dgm:presLayoutVars>
          <dgm:chMax val="1"/>
          <dgm:chPref val="1"/>
        </dgm:presLayoutVars>
      </dgm:prSet>
      <dgm:spPr/>
    </dgm:pt>
    <dgm:pt modelId="{589E4BC6-ACC5-4F65-BC7E-40C51EEC32C7}" type="pres">
      <dgm:prSet presAssocID="{3E546AEF-EC18-4FB0-9660-CBE92D0E7514}" presName="sibTrans" presStyleCnt="0"/>
      <dgm:spPr/>
    </dgm:pt>
    <dgm:pt modelId="{0AEF3B62-6B08-42A6-9E8F-8D19E8189006}" type="pres">
      <dgm:prSet presAssocID="{1478F9A4-DA79-49E9-9307-D112F1BF301E}" presName="compNode" presStyleCnt="0"/>
      <dgm:spPr/>
    </dgm:pt>
    <dgm:pt modelId="{2223A993-AFD8-4F92-A05B-0226C34ECB2E}" type="pres">
      <dgm:prSet presAssocID="{1478F9A4-DA79-49E9-9307-D112F1BF301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EDC2DE78-7A71-49E8-A3ED-BA3457846DF3}" type="pres">
      <dgm:prSet presAssocID="{1478F9A4-DA79-49E9-9307-D112F1BF301E}" presName="spaceRect" presStyleCnt="0"/>
      <dgm:spPr/>
    </dgm:pt>
    <dgm:pt modelId="{5083A27C-7FDB-4AF5-B3EA-68DDDFFF99F1}" type="pres">
      <dgm:prSet presAssocID="{1478F9A4-DA79-49E9-9307-D112F1BF301E}" presName="textRect" presStyleLbl="revTx" presStyleIdx="1" presStyleCnt="3">
        <dgm:presLayoutVars>
          <dgm:chMax val="1"/>
          <dgm:chPref val="1"/>
        </dgm:presLayoutVars>
      </dgm:prSet>
      <dgm:spPr/>
    </dgm:pt>
    <dgm:pt modelId="{7D399CE8-C697-4FCC-A735-362F21B38902}" type="pres">
      <dgm:prSet presAssocID="{C8B79509-5FFE-45B6-B796-CE442799EB48}" presName="sibTrans" presStyleCnt="0"/>
      <dgm:spPr/>
    </dgm:pt>
    <dgm:pt modelId="{44351229-568C-4510-8D7A-14F5FB3EC2BC}" type="pres">
      <dgm:prSet presAssocID="{A04B42AC-C414-4C86-A974-74AFA6E86D8E}" presName="compNode" presStyleCnt="0"/>
      <dgm:spPr/>
    </dgm:pt>
    <dgm:pt modelId="{C7C559BB-CFCB-4D6A-A741-201723458AC6}" type="pres">
      <dgm:prSet presAssocID="{A04B42AC-C414-4C86-A974-74AFA6E86D8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34B9016-F107-45DD-845E-0E23B5E1656C}" type="pres">
      <dgm:prSet presAssocID="{A04B42AC-C414-4C86-A974-74AFA6E86D8E}" presName="spaceRect" presStyleCnt="0"/>
      <dgm:spPr/>
    </dgm:pt>
    <dgm:pt modelId="{7219846C-5C99-4551-90BD-212B9E8801F2}" type="pres">
      <dgm:prSet presAssocID="{A04B42AC-C414-4C86-A974-74AFA6E86D8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ADA006-ACF0-4589-9E18-534348291188}" srcId="{823F7A5A-E79B-4084-AED2-ACC6F787D267}" destId="{F2D94829-51DF-45B1-92CA-25B958976442}" srcOrd="0" destOrd="0" parTransId="{1D1ED07E-9805-41C7-99F2-F689F7151D7C}" sibTransId="{3E546AEF-EC18-4FB0-9660-CBE92D0E7514}"/>
    <dgm:cxn modelId="{DDDC6035-4F56-4DE8-A1D0-01AF9BA0291B}" type="presOf" srcId="{A04B42AC-C414-4C86-A974-74AFA6E86D8E}" destId="{7219846C-5C99-4551-90BD-212B9E8801F2}" srcOrd="0" destOrd="0" presId="urn:microsoft.com/office/officeart/2018/2/layout/IconLabelList"/>
    <dgm:cxn modelId="{E64F063C-D80C-418A-B514-83FE2BD51159}" type="presOf" srcId="{1478F9A4-DA79-49E9-9307-D112F1BF301E}" destId="{5083A27C-7FDB-4AF5-B3EA-68DDDFFF99F1}" srcOrd="0" destOrd="0" presId="urn:microsoft.com/office/officeart/2018/2/layout/IconLabelList"/>
    <dgm:cxn modelId="{1D0DE552-33DD-4B8E-8C65-9A3FCB3D5DD2}" srcId="{823F7A5A-E79B-4084-AED2-ACC6F787D267}" destId="{1478F9A4-DA79-49E9-9307-D112F1BF301E}" srcOrd="1" destOrd="0" parTransId="{5CD33868-A428-426F-BA9F-F1B1A39F456D}" sibTransId="{C8B79509-5FFE-45B6-B796-CE442799EB48}"/>
    <dgm:cxn modelId="{BFA2E259-7D04-4A3C-BE4F-E2D5DCF1DB56}" type="presOf" srcId="{823F7A5A-E79B-4084-AED2-ACC6F787D267}" destId="{4407BF6E-45AE-44D5-A9C8-07BBAED8BFCF}" srcOrd="0" destOrd="0" presId="urn:microsoft.com/office/officeart/2018/2/layout/IconLabelList"/>
    <dgm:cxn modelId="{4FF154C3-599A-4D09-8B22-054091486EA7}" type="presOf" srcId="{F2D94829-51DF-45B1-92CA-25B958976442}" destId="{14751D22-2687-4E3C-AFF1-16F91A09C2CC}" srcOrd="0" destOrd="0" presId="urn:microsoft.com/office/officeart/2018/2/layout/IconLabelList"/>
    <dgm:cxn modelId="{DC0D7EF6-65EE-45D0-94CF-BB097EA847BB}" srcId="{823F7A5A-E79B-4084-AED2-ACC6F787D267}" destId="{A04B42AC-C414-4C86-A974-74AFA6E86D8E}" srcOrd="2" destOrd="0" parTransId="{0C0CC941-54C3-4BE6-83A9-16EC5A2472ED}" sibTransId="{ED0BAF71-2CE0-4FDF-A596-4ED160A6B47F}"/>
    <dgm:cxn modelId="{526A2819-35A6-45C1-A3FD-050C0E6D86F3}" type="presParOf" srcId="{4407BF6E-45AE-44D5-A9C8-07BBAED8BFCF}" destId="{8125CFC0-FCB2-4C99-9B95-81521B38906D}" srcOrd="0" destOrd="0" presId="urn:microsoft.com/office/officeart/2018/2/layout/IconLabelList"/>
    <dgm:cxn modelId="{A10ACBEC-A965-4057-BF7F-ADEEA636CA05}" type="presParOf" srcId="{8125CFC0-FCB2-4C99-9B95-81521B38906D}" destId="{5491B46B-9028-47AE-8840-841EA40288C2}" srcOrd="0" destOrd="0" presId="urn:microsoft.com/office/officeart/2018/2/layout/IconLabelList"/>
    <dgm:cxn modelId="{3009F916-BB7B-4A5E-90F5-0AD47E32756E}" type="presParOf" srcId="{8125CFC0-FCB2-4C99-9B95-81521B38906D}" destId="{927AB323-5D7A-434C-A620-F3334BEA9FD1}" srcOrd="1" destOrd="0" presId="urn:microsoft.com/office/officeart/2018/2/layout/IconLabelList"/>
    <dgm:cxn modelId="{B9E75E97-936F-4567-AD05-0740650767EF}" type="presParOf" srcId="{8125CFC0-FCB2-4C99-9B95-81521B38906D}" destId="{14751D22-2687-4E3C-AFF1-16F91A09C2CC}" srcOrd="2" destOrd="0" presId="urn:microsoft.com/office/officeart/2018/2/layout/IconLabelList"/>
    <dgm:cxn modelId="{EF38BA40-BFAC-40F1-9D55-FACC8C191AA2}" type="presParOf" srcId="{4407BF6E-45AE-44D5-A9C8-07BBAED8BFCF}" destId="{589E4BC6-ACC5-4F65-BC7E-40C51EEC32C7}" srcOrd="1" destOrd="0" presId="urn:microsoft.com/office/officeart/2018/2/layout/IconLabelList"/>
    <dgm:cxn modelId="{BFC98419-0E03-4BE2-9A84-AEE59AC00850}" type="presParOf" srcId="{4407BF6E-45AE-44D5-A9C8-07BBAED8BFCF}" destId="{0AEF3B62-6B08-42A6-9E8F-8D19E8189006}" srcOrd="2" destOrd="0" presId="urn:microsoft.com/office/officeart/2018/2/layout/IconLabelList"/>
    <dgm:cxn modelId="{2B31633D-597F-478E-92D5-7C70E86D8922}" type="presParOf" srcId="{0AEF3B62-6B08-42A6-9E8F-8D19E8189006}" destId="{2223A993-AFD8-4F92-A05B-0226C34ECB2E}" srcOrd="0" destOrd="0" presId="urn:microsoft.com/office/officeart/2018/2/layout/IconLabelList"/>
    <dgm:cxn modelId="{CECAA51F-391A-4865-8C34-C459E037F0A1}" type="presParOf" srcId="{0AEF3B62-6B08-42A6-9E8F-8D19E8189006}" destId="{EDC2DE78-7A71-49E8-A3ED-BA3457846DF3}" srcOrd="1" destOrd="0" presId="urn:microsoft.com/office/officeart/2018/2/layout/IconLabelList"/>
    <dgm:cxn modelId="{400E6D83-E26D-4A83-84F9-89BFA158F05E}" type="presParOf" srcId="{0AEF3B62-6B08-42A6-9E8F-8D19E8189006}" destId="{5083A27C-7FDB-4AF5-B3EA-68DDDFFF99F1}" srcOrd="2" destOrd="0" presId="urn:microsoft.com/office/officeart/2018/2/layout/IconLabelList"/>
    <dgm:cxn modelId="{43FD7F95-B6A0-4A6E-B556-B121E7C9326E}" type="presParOf" srcId="{4407BF6E-45AE-44D5-A9C8-07BBAED8BFCF}" destId="{7D399CE8-C697-4FCC-A735-362F21B38902}" srcOrd="3" destOrd="0" presId="urn:microsoft.com/office/officeart/2018/2/layout/IconLabelList"/>
    <dgm:cxn modelId="{7898B5E7-CE90-4F0B-A451-BA9B2EBB4909}" type="presParOf" srcId="{4407BF6E-45AE-44D5-A9C8-07BBAED8BFCF}" destId="{44351229-568C-4510-8D7A-14F5FB3EC2BC}" srcOrd="4" destOrd="0" presId="urn:microsoft.com/office/officeart/2018/2/layout/IconLabelList"/>
    <dgm:cxn modelId="{ED4FFC96-FA5E-4BC6-B7A5-AD07247449B8}" type="presParOf" srcId="{44351229-568C-4510-8D7A-14F5FB3EC2BC}" destId="{C7C559BB-CFCB-4D6A-A741-201723458AC6}" srcOrd="0" destOrd="0" presId="urn:microsoft.com/office/officeart/2018/2/layout/IconLabelList"/>
    <dgm:cxn modelId="{0364D56F-4DB4-4C81-8F60-21E440A4C29E}" type="presParOf" srcId="{44351229-568C-4510-8D7A-14F5FB3EC2BC}" destId="{434B9016-F107-45DD-845E-0E23B5E1656C}" srcOrd="1" destOrd="0" presId="urn:microsoft.com/office/officeart/2018/2/layout/IconLabelList"/>
    <dgm:cxn modelId="{B6433432-4373-49B1-B783-7837E7B32278}" type="presParOf" srcId="{44351229-568C-4510-8D7A-14F5FB3EC2BC}" destId="{7219846C-5C99-4551-90BD-212B9E8801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98620D-9AA7-4A2F-B7D7-6A696F398E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91F93A5-DA84-491B-81E4-DBB73E3E3838}">
      <dgm:prSet/>
      <dgm:spPr/>
      <dgm:t>
        <a:bodyPr/>
        <a:lstStyle/>
        <a:p>
          <a:r>
            <a:rPr lang="en-US" dirty="0"/>
            <a:t> Increased production delays</a:t>
          </a:r>
        </a:p>
      </dgm:t>
    </dgm:pt>
    <dgm:pt modelId="{1C10B236-4863-4702-95D7-E48BD8DC4432}" type="parTrans" cxnId="{6191FE8C-24A6-41B1-BF83-C6F0FCC05D83}">
      <dgm:prSet/>
      <dgm:spPr/>
      <dgm:t>
        <a:bodyPr/>
        <a:lstStyle/>
        <a:p>
          <a:endParaRPr lang="en-US"/>
        </a:p>
      </dgm:t>
    </dgm:pt>
    <dgm:pt modelId="{E3E80C61-A0B5-473A-8921-8195D5CA82C6}" type="sibTrans" cxnId="{6191FE8C-24A6-41B1-BF83-C6F0FCC05D83}">
      <dgm:prSet/>
      <dgm:spPr/>
      <dgm:t>
        <a:bodyPr/>
        <a:lstStyle/>
        <a:p>
          <a:endParaRPr lang="en-US"/>
        </a:p>
      </dgm:t>
    </dgm:pt>
    <dgm:pt modelId="{9D87A3D2-90E5-4C95-9113-D9AE80940714}">
      <dgm:prSet/>
      <dgm:spPr/>
      <dgm:t>
        <a:bodyPr/>
        <a:lstStyle/>
        <a:p>
          <a:r>
            <a:rPr lang="en-US" dirty="0"/>
            <a:t> Loss of productivity (21+ days lost)</a:t>
          </a:r>
        </a:p>
      </dgm:t>
    </dgm:pt>
    <dgm:pt modelId="{9AE28C1E-BF18-4070-8711-8DC4D1CED0C9}" type="parTrans" cxnId="{0B9FEC2C-B0BD-424F-A407-1D2BEAABA232}">
      <dgm:prSet/>
      <dgm:spPr/>
      <dgm:t>
        <a:bodyPr/>
        <a:lstStyle/>
        <a:p>
          <a:endParaRPr lang="en-US"/>
        </a:p>
      </dgm:t>
    </dgm:pt>
    <dgm:pt modelId="{C340F0E7-AE86-4B66-A63A-A84A03D4D3C9}" type="sibTrans" cxnId="{0B9FEC2C-B0BD-424F-A407-1D2BEAABA232}">
      <dgm:prSet/>
      <dgm:spPr/>
      <dgm:t>
        <a:bodyPr/>
        <a:lstStyle/>
        <a:p>
          <a:endParaRPr lang="en-US"/>
        </a:p>
      </dgm:t>
    </dgm:pt>
    <dgm:pt modelId="{6B319740-A5B8-4900-B46F-B01A2CAABE18}">
      <dgm:prSet/>
      <dgm:spPr/>
      <dgm:t>
        <a:bodyPr/>
        <a:lstStyle/>
        <a:p>
          <a:r>
            <a:rPr lang="en-US" dirty="0"/>
            <a:t> Higher operational costs</a:t>
          </a:r>
        </a:p>
      </dgm:t>
    </dgm:pt>
    <dgm:pt modelId="{A1FCA430-78C3-4481-84CD-828BD3405B98}" type="parTrans" cxnId="{70D41155-D2A4-42AA-A72E-A26B7C7D520A}">
      <dgm:prSet/>
      <dgm:spPr/>
      <dgm:t>
        <a:bodyPr/>
        <a:lstStyle/>
        <a:p>
          <a:endParaRPr lang="en-US"/>
        </a:p>
      </dgm:t>
    </dgm:pt>
    <dgm:pt modelId="{D3E369A6-4C00-4A74-A107-7E7AAFA803FE}" type="sibTrans" cxnId="{70D41155-D2A4-42AA-A72E-A26B7C7D520A}">
      <dgm:prSet/>
      <dgm:spPr/>
      <dgm:t>
        <a:bodyPr/>
        <a:lstStyle/>
        <a:p>
          <a:endParaRPr lang="en-US"/>
        </a:p>
      </dgm:t>
    </dgm:pt>
    <dgm:pt modelId="{7DD98555-5711-4A42-ACC1-B67C3C864C26}">
      <dgm:prSet/>
      <dgm:spPr/>
      <dgm:t>
        <a:bodyPr/>
        <a:lstStyle/>
        <a:p>
          <a:r>
            <a:rPr lang="en-US" dirty="0"/>
            <a:t> Risk of failing customer demand timelines</a:t>
          </a:r>
        </a:p>
      </dgm:t>
    </dgm:pt>
    <dgm:pt modelId="{0D85E596-C409-4BA4-B4B1-226BEA0D8EBE}" type="parTrans" cxnId="{8036DA7B-1F02-4889-AE52-8B843FF76335}">
      <dgm:prSet/>
      <dgm:spPr/>
      <dgm:t>
        <a:bodyPr/>
        <a:lstStyle/>
        <a:p>
          <a:endParaRPr lang="en-US"/>
        </a:p>
      </dgm:t>
    </dgm:pt>
    <dgm:pt modelId="{E0E61E67-B3C5-4F20-8FA9-B5C99A412C90}" type="sibTrans" cxnId="{8036DA7B-1F02-4889-AE52-8B843FF76335}">
      <dgm:prSet/>
      <dgm:spPr/>
      <dgm:t>
        <a:bodyPr/>
        <a:lstStyle/>
        <a:p>
          <a:endParaRPr lang="en-US"/>
        </a:p>
      </dgm:t>
    </dgm:pt>
    <dgm:pt modelId="{76BF8F3A-7B18-47EF-BFA9-3A0F7F1975B1}" type="pres">
      <dgm:prSet presAssocID="{0098620D-9AA7-4A2F-B7D7-6A696F398E6C}" presName="root" presStyleCnt="0">
        <dgm:presLayoutVars>
          <dgm:dir/>
          <dgm:resizeHandles val="exact"/>
        </dgm:presLayoutVars>
      </dgm:prSet>
      <dgm:spPr/>
    </dgm:pt>
    <dgm:pt modelId="{672B4F26-945B-45BD-9602-CD99456FC17E}" type="pres">
      <dgm:prSet presAssocID="{D91F93A5-DA84-491B-81E4-DBB73E3E3838}" presName="compNode" presStyleCnt="0"/>
      <dgm:spPr/>
    </dgm:pt>
    <dgm:pt modelId="{08D61348-7ABE-4474-9ECE-D290C3A99542}" type="pres">
      <dgm:prSet presAssocID="{D91F93A5-DA84-491B-81E4-DBB73E3E3838}" presName="bgRect" presStyleLbl="bgShp" presStyleIdx="0" presStyleCnt="4"/>
      <dgm:spPr/>
    </dgm:pt>
    <dgm:pt modelId="{E4541FB6-3BA8-402C-92B7-5B5A1E6F11F7}" type="pres">
      <dgm:prSet presAssocID="{D91F93A5-DA84-491B-81E4-DBB73E3E383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5626CDB-6E6E-4A65-BE9D-4865C2D7264A}" type="pres">
      <dgm:prSet presAssocID="{D91F93A5-DA84-491B-81E4-DBB73E3E3838}" presName="spaceRect" presStyleCnt="0"/>
      <dgm:spPr/>
    </dgm:pt>
    <dgm:pt modelId="{34E91E99-586C-4E04-91E1-B2FD84CD067E}" type="pres">
      <dgm:prSet presAssocID="{D91F93A5-DA84-491B-81E4-DBB73E3E3838}" presName="parTx" presStyleLbl="revTx" presStyleIdx="0" presStyleCnt="4">
        <dgm:presLayoutVars>
          <dgm:chMax val="0"/>
          <dgm:chPref val="0"/>
        </dgm:presLayoutVars>
      </dgm:prSet>
      <dgm:spPr/>
    </dgm:pt>
    <dgm:pt modelId="{5A923964-1B42-4366-AC13-165E8FE9619F}" type="pres">
      <dgm:prSet presAssocID="{E3E80C61-A0B5-473A-8921-8195D5CA82C6}" presName="sibTrans" presStyleCnt="0"/>
      <dgm:spPr/>
    </dgm:pt>
    <dgm:pt modelId="{EECEEF7E-3204-4157-9C33-BEE5C122AAE0}" type="pres">
      <dgm:prSet presAssocID="{9D87A3D2-90E5-4C95-9113-D9AE80940714}" presName="compNode" presStyleCnt="0"/>
      <dgm:spPr/>
    </dgm:pt>
    <dgm:pt modelId="{0776F346-BECA-41B1-86E8-439A049AD25E}" type="pres">
      <dgm:prSet presAssocID="{9D87A3D2-90E5-4C95-9113-D9AE80940714}" presName="bgRect" presStyleLbl="bgShp" presStyleIdx="1" presStyleCnt="4"/>
      <dgm:spPr/>
    </dgm:pt>
    <dgm:pt modelId="{FACF1D2B-E2A1-41F0-A60E-7AE1CAFF94D9}" type="pres">
      <dgm:prSet presAssocID="{9D87A3D2-90E5-4C95-9113-D9AE8094071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64C467E6-FAAD-429F-873B-E38D599BCB79}" type="pres">
      <dgm:prSet presAssocID="{9D87A3D2-90E5-4C95-9113-D9AE80940714}" presName="spaceRect" presStyleCnt="0"/>
      <dgm:spPr/>
    </dgm:pt>
    <dgm:pt modelId="{5AE9661E-C99F-4D9C-89FE-9A8EB0BA07EA}" type="pres">
      <dgm:prSet presAssocID="{9D87A3D2-90E5-4C95-9113-D9AE80940714}" presName="parTx" presStyleLbl="revTx" presStyleIdx="1" presStyleCnt="4">
        <dgm:presLayoutVars>
          <dgm:chMax val="0"/>
          <dgm:chPref val="0"/>
        </dgm:presLayoutVars>
      </dgm:prSet>
      <dgm:spPr/>
    </dgm:pt>
    <dgm:pt modelId="{2F1F00AF-77EF-4473-BA00-E8DD585FBB37}" type="pres">
      <dgm:prSet presAssocID="{C340F0E7-AE86-4B66-A63A-A84A03D4D3C9}" presName="sibTrans" presStyleCnt="0"/>
      <dgm:spPr/>
    </dgm:pt>
    <dgm:pt modelId="{2F7EB698-EE13-47F4-B5FC-1EBB071BB980}" type="pres">
      <dgm:prSet presAssocID="{6B319740-A5B8-4900-B46F-B01A2CAABE18}" presName="compNode" presStyleCnt="0"/>
      <dgm:spPr/>
    </dgm:pt>
    <dgm:pt modelId="{A568C2CC-F881-4CDD-B4C3-488B62997879}" type="pres">
      <dgm:prSet presAssocID="{6B319740-A5B8-4900-B46F-B01A2CAABE18}" presName="bgRect" presStyleLbl="bgShp" presStyleIdx="2" presStyleCnt="4"/>
      <dgm:spPr/>
    </dgm:pt>
    <dgm:pt modelId="{7A3F2D37-85A1-4DAD-89CA-FEB3D109684D}" type="pres">
      <dgm:prSet presAssocID="{6B319740-A5B8-4900-B46F-B01A2CAABE1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8FC973A-EB68-4CD1-AA82-4442519A3B2B}" type="pres">
      <dgm:prSet presAssocID="{6B319740-A5B8-4900-B46F-B01A2CAABE18}" presName="spaceRect" presStyleCnt="0"/>
      <dgm:spPr/>
    </dgm:pt>
    <dgm:pt modelId="{1ABBCBB1-FAD7-4F03-AB27-CCFC8D3133A4}" type="pres">
      <dgm:prSet presAssocID="{6B319740-A5B8-4900-B46F-B01A2CAABE18}" presName="parTx" presStyleLbl="revTx" presStyleIdx="2" presStyleCnt="4">
        <dgm:presLayoutVars>
          <dgm:chMax val="0"/>
          <dgm:chPref val="0"/>
        </dgm:presLayoutVars>
      </dgm:prSet>
      <dgm:spPr/>
    </dgm:pt>
    <dgm:pt modelId="{ED6B66C5-6D52-4761-8071-66DC86526073}" type="pres">
      <dgm:prSet presAssocID="{D3E369A6-4C00-4A74-A107-7E7AAFA803FE}" presName="sibTrans" presStyleCnt="0"/>
      <dgm:spPr/>
    </dgm:pt>
    <dgm:pt modelId="{6723F377-41D7-4AEA-A2DA-16002554A32D}" type="pres">
      <dgm:prSet presAssocID="{7DD98555-5711-4A42-ACC1-B67C3C864C26}" presName="compNode" presStyleCnt="0"/>
      <dgm:spPr/>
    </dgm:pt>
    <dgm:pt modelId="{E4DA4582-007B-466D-AEE0-23D78D75302A}" type="pres">
      <dgm:prSet presAssocID="{7DD98555-5711-4A42-ACC1-B67C3C864C26}" presName="bgRect" presStyleLbl="bgShp" presStyleIdx="3" presStyleCnt="4"/>
      <dgm:spPr/>
    </dgm:pt>
    <dgm:pt modelId="{9C783190-5035-41C3-A5E8-1DDC5AF30B84}" type="pres">
      <dgm:prSet presAssocID="{7DD98555-5711-4A42-ACC1-B67C3C864C2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0213F00-7BAA-46FC-906E-807878CCB116}" type="pres">
      <dgm:prSet presAssocID="{7DD98555-5711-4A42-ACC1-B67C3C864C26}" presName="spaceRect" presStyleCnt="0"/>
      <dgm:spPr/>
    </dgm:pt>
    <dgm:pt modelId="{C7476B32-8D44-49A0-BE93-C1AE501CC792}" type="pres">
      <dgm:prSet presAssocID="{7DD98555-5711-4A42-ACC1-B67C3C864C2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3737706-0B00-48BC-B958-65E2878F73B4}" type="presOf" srcId="{D91F93A5-DA84-491B-81E4-DBB73E3E3838}" destId="{34E91E99-586C-4E04-91E1-B2FD84CD067E}" srcOrd="0" destOrd="0" presId="urn:microsoft.com/office/officeart/2018/2/layout/IconVerticalSolidList"/>
    <dgm:cxn modelId="{3C8ACB29-119B-409E-8761-6750952C24D2}" type="presOf" srcId="{6B319740-A5B8-4900-B46F-B01A2CAABE18}" destId="{1ABBCBB1-FAD7-4F03-AB27-CCFC8D3133A4}" srcOrd="0" destOrd="0" presId="urn:microsoft.com/office/officeart/2018/2/layout/IconVerticalSolidList"/>
    <dgm:cxn modelId="{0B9FEC2C-B0BD-424F-A407-1D2BEAABA232}" srcId="{0098620D-9AA7-4A2F-B7D7-6A696F398E6C}" destId="{9D87A3D2-90E5-4C95-9113-D9AE80940714}" srcOrd="1" destOrd="0" parTransId="{9AE28C1E-BF18-4070-8711-8DC4D1CED0C9}" sibTransId="{C340F0E7-AE86-4B66-A63A-A84A03D4D3C9}"/>
    <dgm:cxn modelId="{E1FF8860-3E93-4B81-9FBC-8A1B85F5C5E2}" type="presOf" srcId="{0098620D-9AA7-4A2F-B7D7-6A696F398E6C}" destId="{76BF8F3A-7B18-47EF-BFA9-3A0F7F1975B1}" srcOrd="0" destOrd="0" presId="urn:microsoft.com/office/officeart/2018/2/layout/IconVerticalSolidList"/>
    <dgm:cxn modelId="{70D41155-D2A4-42AA-A72E-A26B7C7D520A}" srcId="{0098620D-9AA7-4A2F-B7D7-6A696F398E6C}" destId="{6B319740-A5B8-4900-B46F-B01A2CAABE18}" srcOrd="2" destOrd="0" parTransId="{A1FCA430-78C3-4481-84CD-828BD3405B98}" sibTransId="{D3E369A6-4C00-4A74-A107-7E7AAFA803FE}"/>
    <dgm:cxn modelId="{8036DA7B-1F02-4889-AE52-8B843FF76335}" srcId="{0098620D-9AA7-4A2F-B7D7-6A696F398E6C}" destId="{7DD98555-5711-4A42-ACC1-B67C3C864C26}" srcOrd="3" destOrd="0" parTransId="{0D85E596-C409-4BA4-B4B1-226BEA0D8EBE}" sibTransId="{E0E61E67-B3C5-4F20-8FA9-B5C99A412C90}"/>
    <dgm:cxn modelId="{6191FE8C-24A6-41B1-BF83-C6F0FCC05D83}" srcId="{0098620D-9AA7-4A2F-B7D7-6A696F398E6C}" destId="{D91F93A5-DA84-491B-81E4-DBB73E3E3838}" srcOrd="0" destOrd="0" parTransId="{1C10B236-4863-4702-95D7-E48BD8DC4432}" sibTransId="{E3E80C61-A0B5-473A-8921-8195D5CA82C6}"/>
    <dgm:cxn modelId="{0866B19A-583B-4EDB-9453-F905E148533C}" type="presOf" srcId="{9D87A3D2-90E5-4C95-9113-D9AE80940714}" destId="{5AE9661E-C99F-4D9C-89FE-9A8EB0BA07EA}" srcOrd="0" destOrd="0" presId="urn:microsoft.com/office/officeart/2018/2/layout/IconVerticalSolidList"/>
    <dgm:cxn modelId="{283734BD-246E-42ED-BCF6-F7904937F710}" type="presOf" srcId="{7DD98555-5711-4A42-ACC1-B67C3C864C26}" destId="{C7476B32-8D44-49A0-BE93-C1AE501CC792}" srcOrd="0" destOrd="0" presId="urn:microsoft.com/office/officeart/2018/2/layout/IconVerticalSolidList"/>
    <dgm:cxn modelId="{9129622C-A5BD-40FB-867D-66327C3EE00E}" type="presParOf" srcId="{76BF8F3A-7B18-47EF-BFA9-3A0F7F1975B1}" destId="{672B4F26-945B-45BD-9602-CD99456FC17E}" srcOrd="0" destOrd="0" presId="urn:microsoft.com/office/officeart/2018/2/layout/IconVerticalSolidList"/>
    <dgm:cxn modelId="{E93600AA-7B42-4060-B09D-12B1EF85A8AC}" type="presParOf" srcId="{672B4F26-945B-45BD-9602-CD99456FC17E}" destId="{08D61348-7ABE-4474-9ECE-D290C3A99542}" srcOrd="0" destOrd="0" presId="urn:microsoft.com/office/officeart/2018/2/layout/IconVerticalSolidList"/>
    <dgm:cxn modelId="{F10CCDA4-E4CE-4267-AC1F-C5C287AAC498}" type="presParOf" srcId="{672B4F26-945B-45BD-9602-CD99456FC17E}" destId="{E4541FB6-3BA8-402C-92B7-5B5A1E6F11F7}" srcOrd="1" destOrd="0" presId="urn:microsoft.com/office/officeart/2018/2/layout/IconVerticalSolidList"/>
    <dgm:cxn modelId="{B3A1BF44-BA27-4309-B06D-A20EE8E94EFD}" type="presParOf" srcId="{672B4F26-945B-45BD-9602-CD99456FC17E}" destId="{25626CDB-6E6E-4A65-BE9D-4865C2D7264A}" srcOrd="2" destOrd="0" presId="urn:microsoft.com/office/officeart/2018/2/layout/IconVerticalSolidList"/>
    <dgm:cxn modelId="{27D3E3E4-0071-4F74-B261-083CEFFDDBA6}" type="presParOf" srcId="{672B4F26-945B-45BD-9602-CD99456FC17E}" destId="{34E91E99-586C-4E04-91E1-B2FD84CD067E}" srcOrd="3" destOrd="0" presId="urn:microsoft.com/office/officeart/2018/2/layout/IconVerticalSolidList"/>
    <dgm:cxn modelId="{08D9CC0B-6C57-4569-B2F8-2D946FD00E07}" type="presParOf" srcId="{76BF8F3A-7B18-47EF-BFA9-3A0F7F1975B1}" destId="{5A923964-1B42-4366-AC13-165E8FE9619F}" srcOrd="1" destOrd="0" presId="urn:microsoft.com/office/officeart/2018/2/layout/IconVerticalSolidList"/>
    <dgm:cxn modelId="{37A46C8F-27A0-4E37-8D59-153598C18950}" type="presParOf" srcId="{76BF8F3A-7B18-47EF-BFA9-3A0F7F1975B1}" destId="{EECEEF7E-3204-4157-9C33-BEE5C122AAE0}" srcOrd="2" destOrd="0" presId="urn:microsoft.com/office/officeart/2018/2/layout/IconVerticalSolidList"/>
    <dgm:cxn modelId="{3CE9AD7C-22E4-4BEE-A093-0E7F1A82E190}" type="presParOf" srcId="{EECEEF7E-3204-4157-9C33-BEE5C122AAE0}" destId="{0776F346-BECA-41B1-86E8-439A049AD25E}" srcOrd="0" destOrd="0" presId="urn:microsoft.com/office/officeart/2018/2/layout/IconVerticalSolidList"/>
    <dgm:cxn modelId="{0B181261-3913-4845-BBC1-E621BE937E61}" type="presParOf" srcId="{EECEEF7E-3204-4157-9C33-BEE5C122AAE0}" destId="{FACF1D2B-E2A1-41F0-A60E-7AE1CAFF94D9}" srcOrd="1" destOrd="0" presId="urn:microsoft.com/office/officeart/2018/2/layout/IconVerticalSolidList"/>
    <dgm:cxn modelId="{0880D2E1-AF16-403A-B567-B1B75D5290C3}" type="presParOf" srcId="{EECEEF7E-3204-4157-9C33-BEE5C122AAE0}" destId="{64C467E6-FAAD-429F-873B-E38D599BCB79}" srcOrd="2" destOrd="0" presId="urn:microsoft.com/office/officeart/2018/2/layout/IconVerticalSolidList"/>
    <dgm:cxn modelId="{1E538652-E6F3-48E6-A90C-90EB202279F1}" type="presParOf" srcId="{EECEEF7E-3204-4157-9C33-BEE5C122AAE0}" destId="{5AE9661E-C99F-4D9C-89FE-9A8EB0BA07EA}" srcOrd="3" destOrd="0" presId="urn:microsoft.com/office/officeart/2018/2/layout/IconVerticalSolidList"/>
    <dgm:cxn modelId="{B55A63D7-24A5-47CF-B101-EBD9F5831D06}" type="presParOf" srcId="{76BF8F3A-7B18-47EF-BFA9-3A0F7F1975B1}" destId="{2F1F00AF-77EF-4473-BA00-E8DD585FBB37}" srcOrd="3" destOrd="0" presId="urn:microsoft.com/office/officeart/2018/2/layout/IconVerticalSolidList"/>
    <dgm:cxn modelId="{6E8529BB-68E3-4467-84D1-47E34F8D17C0}" type="presParOf" srcId="{76BF8F3A-7B18-47EF-BFA9-3A0F7F1975B1}" destId="{2F7EB698-EE13-47F4-B5FC-1EBB071BB980}" srcOrd="4" destOrd="0" presId="urn:microsoft.com/office/officeart/2018/2/layout/IconVerticalSolidList"/>
    <dgm:cxn modelId="{2DAD2B8B-347B-4E7A-B2C5-4C491DCE7BA9}" type="presParOf" srcId="{2F7EB698-EE13-47F4-B5FC-1EBB071BB980}" destId="{A568C2CC-F881-4CDD-B4C3-488B62997879}" srcOrd="0" destOrd="0" presId="urn:microsoft.com/office/officeart/2018/2/layout/IconVerticalSolidList"/>
    <dgm:cxn modelId="{022FB360-013F-4CB7-BA08-E6DCC666FCB5}" type="presParOf" srcId="{2F7EB698-EE13-47F4-B5FC-1EBB071BB980}" destId="{7A3F2D37-85A1-4DAD-89CA-FEB3D109684D}" srcOrd="1" destOrd="0" presId="urn:microsoft.com/office/officeart/2018/2/layout/IconVerticalSolidList"/>
    <dgm:cxn modelId="{2F60DBB0-24B2-43C0-BAB5-AED000314422}" type="presParOf" srcId="{2F7EB698-EE13-47F4-B5FC-1EBB071BB980}" destId="{48FC973A-EB68-4CD1-AA82-4442519A3B2B}" srcOrd="2" destOrd="0" presId="urn:microsoft.com/office/officeart/2018/2/layout/IconVerticalSolidList"/>
    <dgm:cxn modelId="{AC7EB16C-E9EA-412E-AEF9-CD5D2726D2DD}" type="presParOf" srcId="{2F7EB698-EE13-47F4-B5FC-1EBB071BB980}" destId="{1ABBCBB1-FAD7-4F03-AB27-CCFC8D3133A4}" srcOrd="3" destOrd="0" presId="urn:microsoft.com/office/officeart/2018/2/layout/IconVerticalSolidList"/>
    <dgm:cxn modelId="{87A92752-5D8E-47FF-BEBB-FAC9DD248262}" type="presParOf" srcId="{76BF8F3A-7B18-47EF-BFA9-3A0F7F1975B1}" destId="{ED6B66C5-6D52-4761-8071-66DC86526073}" srcOrd="5" destOrd="0" presId="urn:microsoft.com/office/officeart/2018/2/layout/IconVerticalSolidList"/>
    <dgm:cxn modelId="{F45C31A5-6F69-4DEC-A460-DE1A98EB5458}" type="presParOf" srcId="{76BF8F3A-7B18-47EF-BFA9-3A0F7F1975B1}" destId="{6723F377-41D7-4AEA-A2DA-16002554A32D}" srcOrd="6" destOrd="0" presId="urn:microsoft.com/office/officeart/2018/2/layout/IconVerticalSolidList"/>
    <dgm:cxn modelId="{B520C3B5-C86F-4FC5-9403-361B8688A1F2}" type="presParOf" srcId="{6723F377-41D7-4AEA-A2DA-16002554A32D}" destId="{E4DA4582-007B-466D-AEE0-23D78D75302A}" srcOrd="0" destOrd="0" presId="urn:microsoft.com/office/officeart/2018/2/layout/IconVerticalSolidList"/>
    <dgm:cxn modelId="{25818335-FFB2-461B-BB8E-C03995050443}" type="presParOf" srcId="{6723F377-41D7-4AEA-A2DA-16002554A32D}" destId="{9C783190-5035-41C3-A5E8-1DDC5AF30B84}" srcOrd="1" destOrd="0" presId="urn:microsoft.com/office/officeart/2018/2/layout/IconVerticalSolidList"/>
    <dgm:cxn modelId="{380D5E67-929C-491F-B6E9-9825649FDA73}" type="presParOf" srcId="{6723F377-41D7-4AEA-A2DA-16002554A32D}" destId="{50213F00-7BAA-46FC-906E-807878CCB116}" srcOrd="2" destOrd="0" presId="urn:microsoft.com/office/officeart/2018/2/layout/IconVerticalSolidList"/>
    <dgm:cxn modelId="{09C9C283-2994-4A30-BA9D-109A113CE372}" type="presParOf" srcId="{6723F377-41D7-4AEA-A2DA-16002554A32D}" destId="{C7476B32-8D44-49A0-BE93-C1AE501CC7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EA8E98-9BDF-4C44-A4EC-99DBA7488A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549F6F-6C5A-41E3-8A8E-C0A1D88AB0CD}">
      <dgm:prSet/>
      <dgm:spPr/>
      <dgm:t>
        <a:bodyPr/>
        <a:lstStyle/>
        <a:p>
          <a:r>
            <a:rPr lang="en-US" dirty="0"/>
            <a:t> Improve preventive maintenance for machines</a:t>
          </a:r>
        </a:p>
      </dgm:t>
    </dgm:pt>
    <dgm:pt modelId="{3B9BA7C1-3003-4C9A-8C9A-76398D3EDF7C}" type="parTrans" cxnId="{76A6FE2F-751F-4F36-989B-CE717B1A721D}">
      <dgm:prSet/>
      <dgm:spPr/>
      <dgm:t>
        <a:bodyPr/>
        <a:lstStyle/>
        <a:p>
          <a:endParaRPr lang="en-US"/>
        </a:p>
      </dgm:t>
    </dgm:pt>
    <dgm:pt modelId="{20743049-2383-49D0-A154-B460CDE3A11C}" type="sibTrans" cxnId="{76A6FE2F-751F-4F36-989B-CE717B1A721D}">
      <dgm:prSet/>
      <dgm:spPr/>
      <dgm:t>
        <a:bodyPr/>
        <a:lstStyle/>
        <a:p>
          <a:endParaRPr lang="en-US"/>
        </a:p>
      </dgm:t>
    </dgm:pt>
    <dgm:pt modelId="{F839E56F-3E95-4780-9F8A-2027A7B36445}">
      <dgm:prSet/>
      <dgm:spPr/>
      <dgm:t>
        <a:bodyPr/>
        <a:lstStyle/>
        <a:p>
          <a:r>
            <a:rPr lang="en-US" dirty="0"/>
            <a:t> Optimize production scheduling</a:t>
          </a:r>
        </a:p>
      </dgm:t>
    </dgm:pt>
    <dgm:pt modelId="{99784B45-9AAF-45F9-9912-8030D5C65314}" type="parTrans" cxnId="{CF3C7C53-8ED0-4699-A177-D2DDF4B9B06C}">
      <dgm:prSet/>
      <dgm:spPr/>
      <dgm:t>
        <a:bodyPr/>
        <a:lstStyle/>
        <a:p>
          <a:endParaRPr lang="en-US"/>
        </a:p>
      </dgm:t>
    </dgm:pt>
    <dgm:pt modelId="{E66379D7-88FF-4408-A01C-54631D7C71D8}" type="sibTrans" cxnId="{CF3C7C53-8ED0-4699-A177-D2DDF4B9B06C}">
      <dgm:prSet/>
      <dgm:spPr/>
      <dgm:t>
        <a:bodyPr/>
        <a:lstStyle/>
        <a:p>
          <a:endParaRPr lang="en-US"/>
        </a:p>
      </dgm:t>
    </dgm:pt>
    <dgm:pt modelId="{C18F17E0-E64B-4745-94AD-78D655C2895A}">
      <dgm:prSet/>
      <dgm:spPr/>
      <dgm:t>
        <a:bodyPr/>
        <a:lstStyle/>
        <a:p>
          <a:r>
            <a:rPr lang="en-US" dirty="0"/>
            <a:t> Provide operator training and workload balancing</a:t>
          </a:r>
        </a:p>
      </dgm:t>
    </dgm:pt>
    <dgm:pt modelId="{DD52334C-7C36-42A2-9E16-ECC6018337F9}" type="parTrans" cxnId="{D1EC9A25-E653-425B-86F0-9932170819F2}">
      <dgm:prSet/>
      <dgm:spPr/>
      <dgm:t>
        <a:bodyPr/>
        <a:lstStyle/>
        <a:p>
          <a:endParaRPr lang="en-US"/>
        </a:p>
      </dgm:t>
    </dgm:pt>
    <dgm:pt modelId="{DAE056BB-633E-489B-B140-2425E7F833FB}" type="sibTrans" cxnId="{D1EC9A25-E653-425B-86F0-9932170819F2}">
      <dgm:prSet/>
      <dgm:spPr/>
      <dgm:t>
        <a:bodyPr/>
        <a:lstStyle/>
        <a:p>
          <a:endParaRPr lang="en-US"/>
        </a:p>
      </dgm:t>
    </dgm:pt>
    <dgm:pt modelId="{8059A7FB-1515-43B4-9BC3-17F3AE6695CD}">
      <dgm:prSet/>
      <dgm:spPr/>
      <dgm:t>
        <a:bodyPr/>
        <a:lstStyle/>
        <a:p>
          <a:r>
            <a:rPr lang="en-US" dirty="0"/>
            <a:t> Focus on high-impact products for process improvement</a:t>
          </a:r>
        </a:p>
      </dgm:t>
    </dgm:pt>
    <dgm:pt modelId="{777C2295-414F-4058-9737-A944C5DDBC4C}" type="parTrans" cxnId="{BD9F9344-DB09-4BCA-A730-F05722A41C1F}">
      <dgm:prSet/>
      <dgm:spPr/>
      <dgm:t>
        <a:bodyPr/>
        <a:lstStyle/>
        <a:p>
          <a:endParaRPr lang="en-US"/>
        </a:p>
      </dgm:t>
    </dgm:pt>
    <dgm:pt modelId="{119C8007-11E6-4FD6-8071-535C139F042B}" type="sibTrans" cxnId="{BD9F9344-DB09-4BCA-A730-F05722A41C1F}">
      <dgm:prSet/>
      <dgm:spPr/>
      <dgm:t>
        <a:bodyPr/>
        <a:lstStyle/>
        <a:p>
          <a:endParaRPr lang="en-US"/>
        </a:p>
      </dgm:t>
    </dgm:pt>
    <dgm:pt modelId="{30FC37EE-0036-4095-9D7E-4421CB107DAE}">
      <dgm:prSet/>
      <dgm:spPr/>
      <dgm:t>
        <a:bodyPr/>
        <a:lstStyle/>
        <a:p>
          <a:r>
            <a:rPr lang="en-US" dirty="0"/>
            <a:t> Monitor downtime trends continuously</a:t>
          </a:r>
        </a:p>
      </dgm:t>
    </dgm:pt>
    <dgm:pt modelId="{62BA4E9E-BEA2-417B-84AE-744DC9A7FD39}" type="parTrans" cxnId="{3708F2FC-CAAD-4607-81D9-8E65DCA9F387}">
      <dgm:prSet/>
      <dgm:spPr/>
      <dgm:t>
        <a:bodyPr/>
        <a:lstStyle/>
        <a:p>
          <a:endParaRPr lang="en-US"/>
        </a:p>
      </dgm:t>
    </dgm:pt>
    <dgm:pt modelId="{F0D223BC-71BE-44D4-8270-5164D312BF54}" type="sibTrans" cxnId="{3708F2FC-CAAD-4607-81D9-8E65DCA9F387}">
      <dgm:prSet/>
      <dgm:spPr/>
      <dgm:t>
        <a:bodyPr/>
        <a:lstStyle/>
        <a:p>
          <a:endParaRPr lang="en-US"/>
        </a:p>
      </dgm:t>
    </dgm:pt>
    <dgm:pt modelId="{1D572567-4595-4B7E-82E9-F4B5A74BBCAB}" type="pres">
      <dgm:prSet presAssocID="{9AEA8E98-9BDF-4C44-A4EC-99DBA7488A62}" presName="root" presStyleCnt="0">
        <dgm:presLayoutVars>
          <dgm:dir/>
          <dgm:resizeHandles val="exact"/>
        </dgm:presLayoutVars>
      </dgm:prSet>
      <dgm:spPr/>
    </dgm:pt>
    <dgm:pt modelId="{1F0AB3DF-CA15-453D-973E-F8042BFD3F32}" type="pres">
      <dgm:prSet presAssocID="{78549F6F-6C5A-41E3-8A8E-C0A1D88AB0CD}" presName="compNode" presStyleCnt="0"/>
      <dgm:spPr/>
    </dgm:pt>
    <dgm:pt modelId="{64DFC4FA-EEA5-448C-A968-CEDCE8E94369}" type="pres">
      <dgm:prSet presAssocID="{78549F6F-6C5A-41E3-8A8E-C0A1D88AB0CD}" presName="bgRect" presStyleLbl="bgShp" presStyleIdx="0" presStyleCnt="5"/>
      <dgm:spPr/>
    </dgm:pt>
    <dgm:pt modelId="{5B9F39A7-BCD5-4F16-AFED-479327BEFC58}" type="pres">
      <dgm:prSet presAssocID="{78549F6F-6C5A-41E3-8A8E-C0A1D88AB0C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7B1FFF1-C117-4BD0-B2DD-26EAF3291E88}" type="pres">
      <dgm:prSet presAssocID="{78549F6F-6C5A-41E3-8A8E-C0A1D88AB0CD}" presName="spaceRect" presStyleCnt="0"/>
      <dgm:spPr/>
    </dgm:pt>
    <dgm:pt modelId="{788CC5AE-BE61-491C-9511-44BD90D61BDB}" type="pres">
      <dgm:prSet presAssocID="{78549F6F-6C5A-41E3-8A8E-C0A1D88AB0CD}" presName="parTx" presStyleLbl="revTx" presStyleIdx="0" presStyleCnt="5">
        <dgm:presLayoutVars>
          <dgm:chMax val="0"/>
          <dgm:chPref val="0"/>
        </dgm:presLayoutVars>
      </dgm:prSet>
      <dgm:spPr/>
    </dgm:pt>
    <dgm:pt modelId="{46956ADA-4F06-43AE-8925-828C5BBDCE17}" type="pres">
      <dgm:prSet presAssocID="{20743049-2383-49D0-A154-B460CDE3A11C}" presName="sibTrans" presStyleCnt="0"/>
      <dgm:spPr/>
    </dgm:pt>
    <dgm:pt modelId="{7B96A0DD-2C25-483F-99BE-064BB8758BCF}" type="pres">
      <dgm:prSet presAssocID="{F839E56F-3E95-4780-9F8A-2027A7B36445}" presName="compNode" presStyleCnt="0"/>
      <dgm:spPr/>
    </dgm:pt>
    <dgm:pt modelId="{99B6A226-E23E-4F6C-85F4-945BA91D264E}" type="pres">
      <dgm:prSet presAssocID="{F839E56F-3E95-4780-9F8A-2027A7B36445}" presName="bgRect" presStyleLbl="bgShp" presStyleIdx="1" presStyleCnt="5"/>
      <dgm:spPr/>
    </dgm:pt>
    <dgm:pt modelId="{0259E14D-FC31-4BB9-B451-98F975AA5438}" type="pres">
      <dgm:prSet presAssocID="{F839E56F-3E95-4780-9F8A-2027A7B3644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BF3B84-0706-421E-8C8F-EB21CBF6EB11}" type="pres">
      <dgm:prSet presAssocID="{F839E56F-3E95-4780-9F8A-2027A7B36445}" presName="spaceRect" presStyleCnt="0"/>
      <dgm:spPr/>
    </dgm:pt>
    <dgm:pt modelId="{8F2BEB6B-D650-4224-AEA3-CB34D7A724C9}" type="pres">
      <dgm:prSet presAssocID="{F839E56F-3E95-4780-9F8A-2027A7B36445}" presName="parTx" presStyleLbl="revTx" presStyleIdx="1" presStyleCnt="5">
        <dgm:presLayoutVars>
          <dgm:chMax val="0"/>
          <dgm:chPref val="0"/>
        </dgm:presLayoutVars>
      </dgm:prSet>
      <dgm:spPr/>
    </dgm:pt>
    <dgm:pt modelId="{70B50FAB-228C-4B6C-8EE2-6E8CF2C77357}" type="pres">
      <dgm:prSet presAssocID="{E66379D7-88FF-4408-A01C-54631D7C71D8}" presName="sibTrans" presStyleCnt="0"/>
      <dgm:spPr/>
    </dgm:pt>
    <dgm:pt modelId="{0206757A-B191-4990-BAAD-C05B98B1B128}" type="pres">
      <dgm:prSet presAssocID="{C18F17E0-E64B-4745-94AD-78D655C2895A}" presName="compNode" presStyleCnt="0"/>
      <dgm:spPr/>
    </dgm:pt>
    <dgm:pt modelId="{13E4AF68-A052-440F-A768-B00515C4DA50}" type="pres">
      <dgm:prSet presAssocID="{C18F17E0-E64B-4745-94AD-78D655C2895A}" presName="bgRect" presStyleLbl="bgShp" presStyleIdx="2" presStyleCnt="5"/>
      <dgm:spPr/>
    </dgm:pt>
    <dgm:pt modelId="{FE1B3260-251E-4462-86B6-BC6AFDF84858}" type="pres">
      <dgm:prSet presAssocID="{C18F17E0-E64B-4745-94AD-78D655C2895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6FB084B-5B97-43E6-B397-D37EC6B520EC}" type="pres">
      <dgm:prSet presAssocID="{C18F17E0-E64B-4745-94AD-78D655C2895A}" presName="spaceRect" presStyleCnt="0"/>
      <dgm:spPr/>
    </dgm:pt>
    <dgm:pt modelId="{944C9984-B792-473A-8AC0-FCD3A9390783}" type="pres">
      <dgm:prSet presAssocID="{C18F17E0-E64B-4745-94AD-78D655C2895A}" presName="parTx" presStyleLbl="revTx" presStyleIdx="2" presStyleCnt="5">
        <dgm:presLayoutVars>
          <dgm:chMax val="0"/>
          <dgm:chPref val="0"/>
        </dgm:presLayoutVars>
      </dgm:prSet>
      <dgm:spPr/>
    </dgm:pt>
    <dgm:pt modelId="{C7789B93-AF47-42BE-9E9D-1F05B82AADEA}" type="pres">
      <dgm:prSet presAssocID="{DAE056BB-633E-489B-B140-2425E7F833FB}" presName="sibTrans" presStyleCnt="0"/>
      <dgm:spPr/>
    </dgm:pt>
    <dgm:pt modelId="{BB91126A-728C-4570-84BD-6562A4800918}" type="pres">
      <dgm:prSet presAssocID="{8059A7FB-1515-43B4-9BC3-17F3AE6695CD}" presName="compNode" presStyleCnt="0"/>
      <dgm:spPr/>
    </dgm:pt>
    <dgm:pt modelId="{4F7385D3-B080-46AE-BAC3-A67BBFA104CE}" type="pres">
      <dgm:prSet presAssocID="{8059A7FB-1515-43B4-9BC3-17F3AE6695CD}" presName="bgRect" presStyleLbl="bgShp" presStyleIdx="3" presStyleCnt="5"/>
      <dgm:spPr/>
    </dgm:pt>
    <dgm:pt modelId="{763A905B-7AEF-4F80-8BC8-C93AC62B209A}" type="pres">
      <dgm:prSet presAssocID="{8059A7FB-1515-43B4-9BC3-17F3AE6695C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9406474-E89A-4ED9-B3F4-B449172E8F16}" type="pres">
      <dgm:prSet presAssocID="{8059A7FB-1515-43B4-9BC3-17F3AE6695CD}" presName="spaceRect" presStyleCnt="0"/>
      <dgm:spPr/>
    </dgm:pt>
    <dgm:pt modelId="{D785BC7E-0519-4C4B-82EA-BB0BD4336272}" type="pres">
      <dgm:prSet presAssocID="{8059A7FB-1515-43B4-9BC3-17F3AE6695CD}" presName="parTx" presStyleLbl="revTx" presStyleIdx="3" presStyleCnt="5">
        <dgm:presLayoutVars>
          <dgm:chMax val="0"/>
          <dgm:chPref val="0"/>
        </dgm:presLayoutVars>
      </dgm:prSet>
      <dgm:spPr/>
    </dgm:pt>
    <dgm:pt modelId="{A0A70988-881A-4DC7-A2FF-D2B729922715}" type="pres">
      <dgm:prSet presAssocID="{119C8007-11E6-4FD6-8071-535C139F042B}" presName="sibTrans" presStyleCnt="0"/>
      <dgm:spPr/>
    </dgm:pt>
    <dgm:pt modelId="{8CA9C0AE-BF33-4F35-9FFC-810D7E54E3AF}" type="pres">
      <dgm:prSet presAssocID="{30FC37EE-0036-4095-9D7E-4421CB107DAE}" presName="compNode" presStyleCnt="0"/>
      <dgm:spPr/>
    </dgm:pt>
    <dgm:pt modelId="{48EDABEB-DA24-4818-98A4-C3FCF06658F1}" type="pres">
      <dgm:prSet presAssocID="{30FC37EE-0036-4095-9D7E-4421CB107DAE}" presName="bgRect" presStyleLbl="bgShp" presStyleIdx="4" presStyleCnt="5"/>
      <dgm:spPr/>
    </dgm:pt>
    <dgm:pt modelId="{EF84DFCB-1F24-4848-B8E9-277A51DE9F2D}" type="pres">
      <dgm:prSet presAssocID="{30FC37EE-0036-4095-9D7E-4421CB107DA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1F909B4-A730-486E-B5E2-74808E4E3187}" type="pres">
      <dgm:prSet presAssocID="{30FC37EE-0036-4095-9D7E-4421CB107DAE}" presName="spaceRect" presStyleCnt="0"/>
      <dgm:spPr/>
    </dgm:pt>
    <dgm:pt modelId="{86FB1DE8-D307-46E3-B99B-6FA77AC74FBF}" type="pres">
      <dgm:prSet presAssocID="{30FC37EE-0036-4095-9D7E-4421CB107DA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9E74109-CBE7-41EB-8504-E28FE8117802}" type="presOf" srcId="{8059A7FB-1515-43B4-9BC3-17F3AE6695CD}" destId="{D785BC7E-0519-4C4B-82EA-BB0BD4336272}" srcOrd="0" destOrd="0" presId="urn:microsoft.com/office/officeart/2018/2/layout/IconVerticalSolidList"/>
    <dgm:cxn modelId="{D1EC9A25-E653-425B-86F0-9932170819F2}" srcId="{9AEA8E98-9BDF-4C44-A4EC-99DBA7488A62}" destId="{C18F17E0-E64B-4745-94AD-78D655C2895A}" srcOrd="2" destOrd="0" parTransId="{DD52334C-7C36-42A2-9E16-ECC6018337F9}" sibTransId="{DAE056BB-633E-489B-B140-2425E7F833FB}"/>
    <dgm:cxn modelId="{76A6FE2F-751F-4F36-989B-CE717B1A721D}" srcId="{9AEA8E98-9BDF-4C44-A4EC-99DBA7488A62}" destId="{78549F6F-6C5A-41E3-8A8E-C0A1D88AB0CD}" srcOrd="0" destOrd="0" parTransId="{3B9BA7C1-3003-4C9A-8C9A-76398D3EDF7C}" sibTransId="{20743049-2383-49D0-A154-B460CDE3A11C}"/>
    <dgm:cxn modelId="{18A30743-C12D-4829-9977-90C34F158B15}" type="presOf" srcId="{30FC37EE-0036-4095-9D7E-4421CB107DAE}" destId="{86FB1DE8-D307-46E3-B99B-6FA77AC74FBF}" srcOrd="0" destOrd="0" presId="urn:microsoft.com/office/officeart/2018/2/layout/IconVerticalSolidList"/>
    <dgm:cxn modelId="{BD9F9344-DB09-4BCA-A730-F05722A41C1F}" srcId="{9AEA8E98-9BDF-4C44-A4EC-99DBA7488A62}" destId="{8059A7FB-1515-43B4-9BC3-17F3AE6695CD}" srcOrd="3" destOrd="0" parTransId="{777C2295-414F-4058-9737-A944C5DDBC4C}" sibTransId="{119C8007-11E6-4FD6-8071-535C139F042B}"/>
    <dgm:cxn modelId="{CF3C7C53-8ED0-4699-A177-D2DDF4B9B06C}" srcId="{9AEA8E98-9BDF-4C44-A4EC-99DBA7488A62}" destId="{F839E56F-3E95-4780-9F8A-2027A7B36445}" srcOrd="1" destOrd="0" parTransId="{99784B45-9AAF-45F9-9912-8030D5C65314}" sibTransId="{E66379D7-88FF-4408-A01C-54631D7C71D8}"/>
    <dgm:cxn modelId="{A8742B74-BB60-4277-BCBA-B1D9A5964830}" type="presOf" srcId="{F839E56F-3E95-4780-9F8A-2027A7B36445}" destId="{8F2BEB6B-D650-4224-AEA3-CB34D7A724C9}" srcOrd="0" destOrd="0" presId="urn:microsoft.com/office/officeart/2018/2/layout/IconVerticalSolidList"/>
    <dgm:cxn modelId="{736C7CB3-3520-4AB7-A334-75C73429475A}" type="presOf" srcId="{9AEA8E98-9BDF-4C44-A4EC-99DBA7488A62}" destId="{1D572567-4595-4B7E-82E9-F4B5A74BBCAB}" srcOrd="0" destOrd="0" presId="urn:microsoft.com/office/officeart/2018/2/layout/IconVerticalSolidList"/>
    <dgm:cxn modelId="{912012C0-E207-4B24-B974-36963EB95EE3}" type="presOf" srcId="{78549F6F-6C5A-41E3-8A8E-C0A1D88AB0CD}" destId="{788CC5AE-BE61-491C-9511-44BD90D61BDB}" srcOrd="0" destOrd="0" presId="urn:microsoft.com/office/officeart/2018/2/layout/IconVerticalSolidList"/>
    <dgm:cxn modelId="{BE7A10DA-9CD0-4B77-9524-2DE526A8221E}" type="presOf" srcId="{C18F17E0-E64B-4745-94AD-78D655C2895A}" destId="{944C9984-B792-473A-8AC0-FCD3A9390783}" srcOrd="0" destOrd="0" presId="urn:microsoft.com/office/officeart/2018/2/layout/IconVerticalSolidList"/>
    <dgm:cxn modelId="{3708F2FC-CAAD-4607-81D9-8E65DCA9F387}" srcId="{9AEA8E98-9BDF-4C44-A4EC-99DBA7488A62}" destId="{30FC37EE-0036-4095-9D7E-4421CB107DAE}" srcOrd="4" destOrd="0" parTransId="{62BA4E9E-BEA2-417B-84AE-744DC9A7FD39}" sibTransId="{F0D223BC-71BE-44D4-8270-5164D312BF54}"/>
    <dgm:cxn modelId="{B81AF1A0-EE49-40DC-906B-403F50143D91}" type="presParOf" srcId="{1D572567-4595-4B7E-82E9-F4B5A74BBCAB}" destId="{1F0AB3DF-CA15-453D-973E-F8042BFD3F32}" srcOrd="0" destOrd="0" presId="urn:microsoft.com/office/officeart/2018/2/layout/IconVerticalSolidList"/>
    <dgm:cxn modelId="{EC97B672-2BB7-42E0-879B-0384660C77A4}" type="presParOf" srcId="{1F0AB3DF-CA15-453D-973E-F8042BFD3F32}" destId="{64DFC4FA-EEA5-448C-A968-CEDCE8E94369}" srcOrd="0" destOrd="0" presId="urn:microsoft.com/office/officeart/2018/2/layout/IconVerticalSolidList"/>
    <dgm:cxn modelId="{3017C3EE-6845-471A-B5FB-AC8FB9A2483D}" type="presParOf" srcId="{1F0AB3DF-CA15-453D-973E-F8042BFD3F32}" destId="{5B9F39A7-BCD5-4F16-AFED-479327BEFC58}" srcOrd="1" destOrd="0" presId="urn:microsoft.com/office/officeart/2018/2/layout/IconVerticalSolidList"/>
    <dgm:cxn modelId="{4FB75899-0C1C-44B1-9073-AC7A82F9DF51}" type="presParOf" srcId="{1F0AB3DF-CA15-453D-973E-F8042BFD3F32}" destId="{27B1FFF1-C117-4BD0-B2DD-26EAF3291E88}" srcOrd="2" destOrd="0" presId="urn:microsoft.com/office/officeart/2018/2/layout/IconVerticalSolidList"/>
    <dgm:cxn modelId="{C37C25FC-7071-4134-86D4-F4E7C663DC47}" type="presParOf" srcId="{1F0AB3DF-CA15-453D-973E-F8042BFD3F32}" destId="{788CC5AE-BE61-491C-9511-44BD90D61BDB}" srcOrd="3" destOrd="0" presId="urn:microsoft.com/office/officeart/2018/2/layout/IconVerticalSolidList"/>
    <dgm:cxn modelId="{1C27B96E-2456-40DF-B688-3CA2463A3E00}" type="presParOf" srcId="{1D572567-4595-4B7E-82E9-F4B5A74BBCAB}" destId="{46956ADA-4F06-43AE-8925-828C5BBDCE17}" srcOrd="1" destOrd="0" presId="urn:microsoft.com/office/officeart/2018/2/layout/IconVerticalSolidList"/>
    <dgm:cxn modelId="{ECC2D69F-D9F6-4F6F-A588-87D2301D3D29}" type="presParOf" srcId="{1D572567-4595-4B7E-82E9-F4B5A74BBCAB}" destId="{7B96A0DD-2C25-483F-99BE-064BB8758BCF}" srcOrd="2" destOrd="0" presId="urn:microsoft.com/office/officeart/2018/2/layout/IconVerticalSolidList"/>
    <dgm:cxn modelId="{7E3811D0-489C-49E7-BD1F-0B0CAEF66A30}" type="presParOf" srcId="{7B96A0DD-2C25-483F-99BE-064BB8758BCF}" destId="{99B6A226-E23E-4F6C-85F4-945BA91D264E}" srcOrd="0" destOrd="0" presId="urn:microsoft.com/office/officeart/2018/2/layout/IconVerticalSolidList"/>
    <dgm:cxn modelId="{D646F019-6D40-45AC-A3A1-BFBADA2D579F}" type="presParOf" srcId="{7B96A0DD-2C25-483F-99BE-064BB8758BCF}" destId="{0259E14D-FC31-4BB9-B451-98F975AA5438}" srcOrd="1" destOrd="0" presId="urn:microsoft.com/office/officeart/2018/2/layout/IconVerticalSolidList"/>
    <dgm:cxn modelId="{CA748807-8A62-4E98-A4AE-7158D1CC6E6D}" type="presParOf" srcId="{7B96A0DD-2C25-483F-99BE-064BB8758BCF}" destId="{A6BF3B84-0706-421E-8C8F-EB21CBF6EB11}" srcOrd="2" destOrd="0" presId="urn:microsoft.com/office/officeart/2018/2/layout/IconVerticalSolidList"/>
    <dgm:cxn modelId="{E9D23FC0-3D6B-4CF8-9244-1B6D4B4C0B02}" type="presParOf" srcId="{7B96A0DD-2C25-483F-99BE-064BB8758BCF}" destId="{8F2BEB6B-D650-4224-AEA3-CB34D7A724C9}" srcOrd="3" destOrd="0" presId="urn:microsoft.com/office/officeart/2018/2/layout/IconVerticalSolidList"/>
    <dgm:cxn modelId="{14A8F3A7-4EE3-492C-8694-D27E36118CFA}" type="presParOf" srcId="{1D572567-4595-4B7E-82E9-F4B5A74BBCAB}" destId="{70B50FAB-228C-4B6C-8EE2-6E8CF2C77357}" srcOrd="3" destOrd="0" presId="urn:microsoft.com/office/officeart/2018/2/layout/IconVerticalSolidList"/>
    <dgm:cxn modelId="{C3961290-57E6-4245-8843-FD33A75F679D}" type="presParOf" srcId="{1D572567-4595-4B7E-82E9-F4B5A74BBCAB}" destId="{0206757A-B191-4990-BAAD-C05B98B1B128}" srcOrd="4" destOrd="0" presId="urn:microsoft.com/office/officeart/2018/2/layout/IconVerticalSolidList"/>
    <dgm:cxn modelId="{B34739AD-DCDE-4AD7-B849-D23F2C9B0A07}" type="presParOf" srcId="{0206757A-B191-4990-BAAD-C05B98B1B128}" destId="{13E4AF68-A052-440F-A768-B00515C4DA50}" srcOrd="0" destOrd="0" presId="urn:microsoft.com/office/officeart/2018/2/layout/IconVerticalSolidList"/>
    <dgm:cxn modelId="{4B1F92D1-FB10-46CA-B099-D7DBBEE3C95D}" type="presParOf" srcId="{0206757A-B191-4990-BAAD-C05B98B1B128}" destId="{FE1B3260-251E-4462-86B6-BC6AFDF84858}" srcOrd="1" destOrd="0" presId="urn:microsoft.com/office/officeart/2018/2/layout/IconVerticalSolidList"/>
    <dgm:cxn modelId="{48460977-2240-4C31-831A-8BAE042CD127}" type="presParOf" srcId="{0206757A-B191-4990-BAAD-C05B98B1B128}" destId="{E6FB084B-5B97-43E6-B397-D37EC6B520EC}" srcOrd="2" destOrd="0" presId="urn:microsoft.com/office/officeart/2018/2/layout/IconVerticalSolidList"/>
    <dgm:cxn modelId="{EB2766B2-0EB0-4C2A-B101-287CBA8D4299}" type="presParOf" srcId="{0206757A-B191-4990-BAAD-C05B98B1B128}" destId="{944C9984-B792-473A-8AC0-FCD3A9390783}" srcOrd="3" destOrd="0" presId="urn:microsoft.com/office/officeart/2018/2/layout/IconVerticalSolidList"/>
    <dgm:cxn modelId="{774E8DE9-DFB8-416F-9134-A4E978BAF551}" type="presParOf" srcId="{1D572567-4595-4B7E-82E9-F4B5A74BBCAB}" destId="{C7789B93-AF47-42BE-9E9D-1F05B82AADEA}" srcOrd="5" destOrd="0" presId="urn:microsoft.com/office/officeart/2018/2/layout/IconVerticalSolidList"/>
    <dgm:cxn modelId="{722BE9E5-6A22-428C-93B7-2CB3D1B013F2}" type="presParOf" srcId="{1D572567-4595-4B7E-82E9-F4B5A74BBCAB}" destId="{BB91126A-728C-4570-84BD-6562A4800918}" srcOrd="6" destOrd="0" presId="urn:microsoft.com/office/officeart/2018/2/layout/IconVerticalSolidList"/>
    <dgm:cxn modelId="{B6FD3071-BF57-41E4-BE42-B0258DA1F997}" type="presParOf" srcId="{BB91126A-728C-4570-84BD-6562A4800918}" destId="{4F7385D3-B080-46AE-BAC3-A67BBFA104CE}" srcOrd="0" destOrd="0" presId="urn:microsoft.com/office/officeart/2018/2/layout/IconVerticalSolidList"/>
    <dgm:cxn modelId="{52E71D14-C916-41B4-862E-DAC261B4DD23}" type="presParOf" srcId="{BB91126A-728C-4570-84BD-6562A4800918}" destId="{763A905B-7AEF-4F80-8BC8-C93AC62B209A}" srcOrd="1" destOrd="0" presId="urn:microsoft.com/office/officeart/2018/2/layout/IconVerticalSolidList"/>
    <dgm:cxn modelId="{C7F8095F-296D-4554-A9BF-0058F64D88BE}" type="presParOf" srcId="{BB91126A-728C-4570-84BD-6562A4800918}" destId="{39406474-E89A-4ED9-B3F4-B449172E8F16}" srcOrd="2" destOrd="0" presId="urn:microsoft.com/office/officeart/2018/2/layout/IconVerticalSolidList"/>
    <dgm:cxn modelId="{D66635DE-3A89-42A8-B9D0-CF2E7C9E80F7}" type="presParOf" srcId="{BB91126A-728C-4570-84BD-6562A4800918}" destId="{D785BC7E-0519-4C4B-82EA-BB0BD4336272}" srcOrd="3" destOrd="0" presId="urn:microsoft.com/office/officeart/2018/2/layout/IconVerticalSolidList"/>
    <dgm:cxn modelId="{D00013DF-D245-4C7C-AEE5-858F79E0DB5E}" type="presParOf" srcId="{1D572567-4595-4B7E-82E9-F4B5A74BBCAB}" destId="{A0A70988-881A-4DC7-A2FF-D2B729922715}" srcOrd="7" destOrd="0" presId="urn:microsoft.com/office/officeart/2018/2/layout/IconVerticalSolidList"/>
    <dgm:cxn modelId="{C8FC2FE8-6CE8-4264-94EB-B29AD9E602FE}" type="presParOf" srcId="{1D572567-4595-4B7E-82E9-F4B5A74BBCAB}" destId="{8CA9C0AE-BF33-4F35-9FFC-810D7E54E3AF}" srcOrd="8" destOrd="0" presId="urn:microsoft.com/office/officeart/2018/2/layout/IconVerticalSolidList"/>
    <dgm:cxn modelId="{04F77AD5-F549-46DC-9004-AED99FD22772}" type="presParOf" srcId="{8CA9C0AE-BF33-4F35-9FFC-810D7E54E3AF}" destId="{48EDABEB-DA24-4818-98A4-C3FCF06658F1}" srcOrd="0" destOrd="0" presId="urn:microsoft.com/office/officeart/2018/2/layout/IconVerticalSolidList"/>
    <dgm:cxn modelId="{DE84589E-913B-4164-9F54-191F3AEC9299}" type="presParOf" srcId="{8CA9C0AE-BF33-4F35-9FFC-810D7E54E3AF}" destId="{EF84DFCB-1F24-4848-B8E9-277A51DE9F2D}" srcOrd="1" destOrd="0" presId="urn:microsoft.com/office/officeart/2018/2/layout/IconVerticalSolidList"/>
    <dgm:cxn modelId="{50E7BB7E-E522-44DE-960A-AD44FBAD83FA}" type="presParOf" srcId="{8CA9C0AE-BF33-4F35-9FFC-810D7E54E3AF}" destId="{61F909B4-A730-486E-B5E2-74808E4E3187}" srcOrd="2" destOrd="0" presId="urn:microsoft.com/office/officeart/2018/2/layout/IconVerticalSolidList"/>
    <dgm:cxn modelId="{F0554E13-8A2E-4709-A376-2CF36BD23CB0}" type="presParOf" srcId="{8CA9C0AE-BF33-4F35-9FFC-810D7E54E3AF}" destId="{86FB1DE8-D307-46E3-B99B-6FA77AC74F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1F798-D9F2-41F2-9A40-27607C7B5815}">
      <dsp:nvSpPr>
        <dsp:cNvPr id="0" name=""/>
        <dsp:cNvSpPr/>
      </dsp:nvSpPr>
      <dsp:spPr>
        <a:xfrm>
          <a:off x="613109" y="1123534"/>
          <a:ext cx="962257" cy="962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33A14-F477-4D68-8F56-D079C9C3EEFC}">
      <dsp:nvSpPr>
        <dsp:cNvPr id="0" name=""/>
        <dsp:cNvSpPr/>
      </dsp:nvSpPr>
      <dsp:spPr>
        <a:xfrm>
          <a:off x="25063" y="2382702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Cleaning/Sanitation and Raw Materials are top causes</a:t>
          </a:r>
        </a:p>
      </dsp:txBody>
      <dsp:txXfrm>
        <a:off x="25063" y="2382702"/>
        <a:ext cx="2138350" cy="720000"/>
      </dsp:txXfrm>
    </dsp:sp>
    <dsp:sp modelId="{62A58DE1-D418-4A3E-9404-006B2A98A7AD}">
      <dsp:nvSpPr>
        <dsp:cNvPr id="0" name=""/>
        <dsp:cNvSpPr/>
      </dsp:nvSpPr>
      <dsp:spPr>
        <a:xfrm>
          <a:off x="3125671" y="1123534"/>
          <a:ext cx="962257" cy="962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CB7FC-0E98-471E-AB77-557F01740541}">
      <dsp:nvSpPr>
        <dsp:cNvPr id="0" name=""/>
        <dsp:cNvSpPr/>
      </dsp:nvSpPr>
      <dsp:spPr>
        <a:xfrm>
          <a:off x="2537625" y="2382702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Machine breakdown and scheduling also major contributors</a:t>
          </a:r>
        </a:p>
      </dsp:txBody>
      <dsp:txXfrm>
        <a:off x="2537625" y="2382702"/>
        <a:ext cx="2138350" cy="720000"/>
      </dsp:txXfrm>
    </dsp:sp>
    <dsp:sp modelId="{FF567F96-A519-40F5-8100-44BBAE3FD512}">
      <dsp:nvSpPr>
        <dsp:cNvPr id="0" name=""/>
        <dsp:cNvSpPr/>
      </dsp:nvSpPr>
      <dsp:spPr>
        <a:xfrm>
          <a:off x="5638232" y="1123534"/>
          <a:ext cx="962257" cy="962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7010E-603E-4555-A68E-A68477CCF87A}">
      <dsp:nvSpPr>
        <dsp:cNvPr id="0" name=""/>
        <dsp:cNvSpPr/>
      </dsp:nvSpPr>
      <dsp:spPr>
        <a:xfrm>
          <a:off x="5050186" y="2382702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Eco-cleaning products show highest downtime frequency</a:t>
          </a:r>
        </a:p>
      </dsp:txBody>
      <dsp:txXfrm>
        <a:off x="5050186" y="2382702"/>
        <a:ext cx="21383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ABC3C-9699-4A05-8449-E0D1A6FB4130}">
      <dsp:nvSpPr>
        <dsp:cNvPr id="0" name=""/>
        <dsp:cNvSpPr/>
      </dsp:nvSpPr>
      <dsp:spPr>
        <a:xfrm>
          <a:off x="0" y="1295512"/>
          <a:ext cx="2028824" cy="12883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28773-C9E6-4D3D-A7EC-202AB4D732F4}">
      <dsp:nvSpPr>
        <dsp:cNvPr id="0" name=""/>
        <dsp:cNvSpPr/>
      </dsp:nvSpPr>
      <dsp:spPr>
        <a:xfrm>
          <a:off x="225425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Actual production time exceeds planned time across products</a:t>
          </a:r>
        </a:p>
      </dsp:txBody>
      <dsp:txXfrm>
        <a:off x="263158" y="1547398"/>
        <a:ext cx="1953358" cy="1212837"/>
      </dsp:txXfrm>
    </dsp:sp>
    <dsp:sp modelId="{C0C9490C-1BCE-417A-A147-A8C289C1CB7C}">
      <dsp:nvSpPr>
        <dsp:cNvPr id="0" name=""/>
        <dsp:cNvSpPr/>
      </dsp:nvSpPr>
      <dsp:spPr>
        <a:xfrm>
          <a:off x="2479675" y="1295512"/>
          <a:ext cx="2028824" cy="12883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276A2-7325-43AB-8005-C747F7860F27}">
      <dsp:nvSpPr>
        <dsp:cNvPr id="0" name=""/>
        <dsp:cNvSpPr/>
      </dsp:nvSpPr>
      <dsp:spPr>
        <a:xfrm>
          <a:off x="2705100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GreenFoam Hand Soap has highest delay duration</a:t>
          </a:r>
        </a:p>
      </dsp:txBody>
      <dsp:txXfrm>
        <a:off x="2742833" y="1547398"/>
        <a:ext cx="1953358" cy="1212837"/>
      </dsp:txXfrm>
    </dsp:sp>
    <dsp:sp modelId="{E009591E-3467-4182-9369-D5151E2C0CDF}">
      <dsp:nvSpPr>
        <dsp:cNvPr id="0" name=""/>
        <dsp:cNvSpPr/>
      </dsp:nvSpPr>
      <dsp:spPr>
        <a:xfrm>
          <a:off x="4959349" y="1295512"/>
          <a:ext cx="2028824" cy="12883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04040-8294-4FC6-B633-BFFF72692CB4}">
      <dsp:nvSpPr>
        <dsp:cNvPr id="0" name=""/>
        <dsp:cNvSpPr/>
      </dsp:nvSpPr>
      <dsp:spPr>
        <a:xfrm>
          <a:off x="5184774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Downtime trend peaked around March–May</a:t>
          </a:r>
        </a:p>
      </dsp:txBody>
      <dsp:txXfrm>
        <a:off x="5222507" y="1547398"/>
        <a:ext cx="1953358" cy="12128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1B46B-9028-47AE-8840-841EA40288C2}">
      <dsp:nvSpPr>
        <dsp:cNvPr id="0" name=""/>
        <dsp:cNvSpPr/>
      </dsp:nvSpPr>
      <dsp:spPr>
        <a:xfrm>
          <a:off x="613109" y="1057143"/>
          <a:ext cx="962257" cy="962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51D22-2687-4E3C-AFF1-16F91A09C2CC}">
      <dsp:nvSpPr>
        <dsp:cNvPr id="0" name=""/>
        <dsp:cNvSpPr/>
      </dsp:nvSpPr>
      <dsp:spPr>
        <a:xfrm>
          <a:off x="25063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Paul and James have highest downtime frequency</a:t>
          </a:r>
        </a:p>
      </dsp:txBody>
      <dsp:txXfrm>
        <a:off x="25063" y="2316338"/>
        <a:ext cx="2138350" cy="720000"/>
      </dsp:txXfrm>
    </dsp:sp>
    <dsp:sp modelId="{2223A993-AFD8-4F92-A05B-0226C34ECB2E}">
      <dsp:nvSpPr>
        <dsp:cNvPr id="0" name=""/>
        <dsp:cNvSpPr/>
      </dsp:nvSpPr>
      <dsp:spPr>
        <a:xfrm>
          <a:off x="3125671" y="1057143"/>
          <a:ext cx="962257" cy="962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3A27C-7FDB-4AF5-B3EA-68DDDFFF99F1}">
      <dsp:nvSpPr>
        <dsp:cNvPr id="0" name=""/>
        <dsp:cNvSpPr/>
      </dsp:nvSpPr>
      <dsp:spPr>
        <a:xfrm>
          <a:off x="2537625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Linda has highest % delayed batches (~70%)</a:t>
          </a:r>
        </a:p>
      </dsp:txBody>
      <dsp:txXfrm>
        <a:off x="2537625" y="2316338"/>
        <a:ext cx="2138350" cy="720000"/>
      </dsp:txXfrm>
    </dsp:sp>
    <dsp:sp modelId="{C7C559BB-CFCB-4D6A-A741-201723458AC6}">
      <dsp:nvSpPr>
        <dsp:cNvPr id="0" name=""/>
        <dsp:cNvSpPr/>
      </dsp:nvSpPr>
      <dsp:spPr>
        <a:xfrm>
          <a:off x="5638232" y="1057143"/>
          <a:ext cx="962257" cy="962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9846C-5C99-4551-90BD-212B9E8801F2}">
      <dsp:nvSpPr>
        <dsp:cNvPr id="0" name=""/>
        <dsp:cNvSpPr/>
      </dsp:nvSpPr>
      <dsp:spPr>
        <a:xfrm>
          <a:off x="5050186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Some operators handle multiple batches per day, increasing workload risk</a:t>
          </a:r>
        </a:p>
      </dsp:txBody>
      <dsp:txXfrm>
        <a:off x="5050186" y="2316338"/>
        <a:ext cx="21383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61348-7ABE-4474-9ECE-D290C3A99542}">
      <dsp:nvSpPr>
        <dsp:cNvPr id="0" name=""/>
        <dsp:cNvSpPr/>
      </dsp:nvSpPr>
      <dsp:spPr>
        <a:xfrm>
          <a:off x="0" y="1698"/>
          <a:ext cx="7213600" cy="8610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41FB6-3BA8-402C-92B7-5B5A1E6F11F7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91E99-586C-4E04-91E1-B2FD84CD067E}">
      <dsp:nvSpPr>
        <dsp:cNvPr id="0" name=""/>
        <dsp:cNvSpPr/>
      </dsp:nvSpPr>
      <dsp:spPr>
        <a:xfrm>
          <a:off x="994536" y="1698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Increased production delays</a:t>
          </a:r>
        </a:p>
      </dsp:txBody>
      <dsp:txXfrm>
        <a:off x="994536" y="1698"/>
        <a:ext cx="6219063" cy="861070"/>
      </dsp:txXfrm>
    </dsp:sp>
    <dsp:sp modelId="{0776F346-BECA-41B1-86E8-439A049AD25E}">
      <dsp:nvSpPr>
        <dsp:cNvPr id="0" name=""/>
        <dsp:cNvSpPr/>
      </dsp:nvSpPr>
      <dsp:spPr>
        <a:xfrm>
          <a:off x="0" y="1078036"/>
          <a:ext cx="7213600" cy="8610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CF1D2B-E2A1-41F0-A60E-7AE1CAFF94D9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9661E-C99F-4D9C-89FE-9A8EB0BA07EA}">
      <dsp:nvSpPr>
        <dsp:cNvPr id="0" name=""/>
        <dsp:cNvSpPr/>
      </dsp:nvSpPr>
      <dsp:spPr>
        <a:xfrm>
          <a:off x="994536" y="1078036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Loss of productivity (21+ days lost)</a:t>
          </a:r>
        </a:p>
      </dsp:txBody>
      <dsp:txXfrm>
        <a:off x="994536" y="1078036"/>
        <a:ext cx="6219063" cy="861070"/>
      </dsp:txXfrm>
    </dsp:sp>
    <dsp:sp modelId="{A568C2CC-F881-4CDD-B4C3-488B62997879}">
      <dsp:nvSpPr>
        <dsp:cNvPr id="0" name=""/>
        <dsp:cNvSpPr/>
      </dsp:nvSpPr>
      <dsp:spPr>
        <a:xfrm>
          <a:off x="0" y="2154374"/>
          <a:ext cx="7213600" cy="8610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F2D37-85A1-4DAD-89CA-FEB3D109684D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BCBB1-FAD7-4F03-AB27-CCFC8D3133A4}">
      <dsp:nvSpPr>
        <dsp:cNvPr id="0" name=""/>
        <dsp:cNvSpPr/>
      </dsp:nvSpPr>
      <dsp:spPr>
        <a:xfrm>
          <a:off x="994536" y="2154374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Higher operational costs</a:t>
          </a:r>
        </a:p>
      </dsp:txBody>
      <dsp:txXfrm>
        <a:off x="994536" y="2154374"/>
        <a:ext cx="6219063" cy="861070"/>
      </dsp:txXfrm>
    </dsp:sp>
    <dsp:sp modelId="{E4DA4582-007B-466D-AEE0-23D78D75302A}">
      <dsp:nvSpPr>
        <dsp:cNvPr id="0" name=""/>
        <dsp:cNvSpPr/>
      </dsp:nvSpPr>
      <dsp:spPr>
        <a:xfrm>
          <a:off x="0" y="3230712"/>
          <a:ext cx="7213600" cy="8610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83190-5035-41C3-A5E8-1DDC5AF30B84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76B32-8D44-49A0-BE93-C1AE501CC792}">
      <dsp:nvSpPr>
        <dsp:cNvPr id="0" name=""/>
        <dsp:cNvSpPr/>
      </dsp:nvSpPr>
      <dsp:spPr>
        <a:xfrm>
          <a:off x="994536" y="3230712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Risk of failing customer demand timelines</a:t>
          </a:r>
        </a:p>
      </dsp:txBody>
      <dsp:txXfrm>
        <a:off x="994536" y="3230712"/>
        <a:ext cx="6219063" cy="8610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DFC4FA-EEA5-448C-A968-CEDCE8E94369}">
      <dsp:nvSpPr>
        <dsp:cNvPr id="0" name=""/>
        <dsp:cNvSpPr/>
      </dsp:nvSpPr>
      <dsp:spPr>
        <a:xfrm>
          <a:off x="0" y="3890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9F39A7-BCD5-4F16-AFED-479327BEFC58}">
      <dsp:nvSpPr>
        <dsp:cNvPr id="0" name=""/>
        <dsp:cNvSpPr/>
      </dsp:nvSpPr>
      <dsp:spPr>
        <a:xfrm>
          <a:off x="250661" y="190332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CC5AE-BE61-491C-9511-44BD90D61BDB}">
      <dsp:nvSpPr>
        <dsp:cNvPr id="0" name=""/>
        <dsp:cNvSpPr/>
      </dsp:nvSpPr>
      <dsp:spPr>
        <a:xfrm>
          <a:off x="957071" y="3890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Improve preventive maintenance for machines</a:t>
          </a:r>
        </a:p>
      </dsp:txBody>
      <dsp:txXfrm>
        <a:off x="957071" y="3890"/>
        <a:ext cx="4014531" cy="828633"/>
      </dsp:txXfrm>
    </dsp:sp>
    <dsp:sp modelId="{99B6A226-E23E-4F6C-85F4-945BA91D264E}">
      <dsp:nvSpPr>
        <dsp:cNvPr id="0" name=""/>
        <dsp:cNvSpPr/>
      </dsp:nvSpPr>
      <dsp:spPr>
        <a:xfrm>
          <a:off x="0" y="1039682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9E14D-FC31-4BB9-B451-98F975AA5438}">
      <dsp:nvSpPr>
        <dsp:cNvPr id="0" name=""/>
        <dsp:cNvSpPr/>
      </dsp:nvSpPr>
      <dsp:spPr>
        <a:xfrm>
          <a:off x="250661" y="1226124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BEB6B-D650-4224-AEA3-CB34D7A724C9}">
      <dsp:nvSpPr>
        <dsp:cNvPr id="0" name=""/>
        <dsp:cNvSpPr/>
      </dsp:nvSpPr>
      <dsp:spPr>
        <a:xfrm>
          <a:off x="957071" y="1039682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Optimize production scheduling</a:t>
          </a:r>
        </a:p>
      </dsp:txBody>
      <dsp:txXfrm>
        <a:off x="957071" y="1039682"/>
        <a:ext cx="4014531" cy="828633"/>
      </dsp:txXfrm>
    </dsp:sp>
    <dsp:sp modelId="{13E4AF68-A052-440F-A768-B00515C4DA50}">
      <dsp:nvSpPr>
        <dsp:cNvPr id="0" name=""/>
        <dsp:cNvSpPr/>
      </dsp:nvSpPr>
      <dsp:spPr>
        <a:xfrm>
          <a:off x="0" y="2075473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B3260-251E-4462-86B6-BC6AFDF84858}">
      <dsp:nvSpPr>
        <dsp:cNvPr id="0" name=""/>
        <dsp:cNvSpPr/>
      </dsp:nvSpPr>
      <dsp:spPr>
        <a:xfrm>
          <a:off x="250661" y="2261916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C9984-B792-473A-8AC0-FCD3A9390783}">
      <dsp:nvSpPr>
        <dsp:cNvPr id="0" name=""/>
        <dsp:cNvSpPr/>
      </dsp:nvSpPr>
      <dsp:spPr>
        <a:xfrm>
          <a:off x="957071" y="2075473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Provide operator training and workload balancing</a:t>
          </a:r>
        </a:p>
      </dsp:txBody>
      <dsp:txXfrm>
        <a:off x="957071" y="2075473"/>
        <a:ext cx="4014531" cy="828633"/>
      </dsp:txXfrm>
    </dsp:sp>
    <dsp:sp modelId="{4F7385D3-B080-46AE-BAC3-A67BBFA104CE}">
      <dsp:nvSpPr>
        <dsp:cNvPr id="0" name=""/>
        <dsp:cNvSpPr/>
      </dsp:nvSpPr>
      <dsp:spPr>
        <a:xfrm>
          <a:off x="0" y="3111265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A905B-7AEF-4F80-8BC8-C93AC62B209A}">
      <dsp:nvSpPr>
        <dsp:cNvPr id="0" name=""/>
        <dsp:cNvSpPr/>
      </dsp:nvSpPr>
      <dsp:spPr>
        <a:xfrm>
          <a:off x="250661" y="3297708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5BC7E-0519-4C4B-82EA-BB0BD4336272}">
      <dsp:nvSpPr>
        <dsp:cNvPr id="0" name=""/>
        <dsp:cNvSpPr/>
      </dsp:nvSpPr>
      <dsp:spPr>
        <a:xfrm>
          <a:off x="957071" y="3111265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Focus on high-impact products for process improvement</a:t>
          </a:r>
        </a:p>
      </dsp:txBody>
      <dsp:txXfrm>
        <a:off x="957071" y="3111265"/>
        <a:ext cx="4014531" cy="828633"/>
      </dsp:txXfrm>
    </dsp:sp>
    <dsp:sp modelId="{48EDABEB-DA24-4818-98A4-C3FCF06658F1}">
      <dsp:nvSpPr>
        <dsp:cNvPr id="0" name=""/>
        <dsp:cNvSpPr/>
      </dsp:nvSpPr>
      <dsp:spPr>
        <a:xfrm>
          <a:off x="0" y="4147057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4DFCB-1F24-4848-B8E9-277A51DE9F2D}">
      <dsp:nvSpPr>
        <dsp:cNvPr id="0" name=""/>
        <dsp:cNvSpPr/>
      </dsp:nvSpPr>
      <dsp:spPr>
        <a:xfrm>
          <a:off x="250661" y="4333499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B1DE8-D307-46E3-B99B-6FA77AC74FBF}">
      <dsp:nvSpPr>
        <dsp:cNvPr id="0" name=""/>
        <dsp:cNvSpPr/>
      </dsp:nvSpPr>
      <dsp:spPr>
        <a:xfrm>
          <a:off x="957071" y="4147057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Monitor downtime trends continuously</a:t>
          </a:r>
        </a:p>
      </dsp:txBody>
      <dsp:txXfrm>
        <a:off x="957071" y="4147057"/>
        <a:ext cx="4014531" cy="8286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50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0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0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9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8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4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3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7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6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668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95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7975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41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9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8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FE5D486E-B494-AF09-6ECA-13F3933042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02" r="24810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5422" y="1678665"/>
            <a:ext cx="291587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GreenTech Manufacturing</a:t>
            </a:r>
          </a:p>
          <a:p>
            <a:pPr>
              <a:lnSpc>
                <a:spcPct val="90000"/>
              </a:lnSpc>
            </a:pPr>
            <a:r>
              <a:rPr lang="en-US" sz="3000"/>
              <a:t>Downtime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5422" y="4050833"/>
            <a:ext cx="2920080" cy="1096899"/>
          </a:xfrm>
        </p:spPr>
        <p:txBody>
          <a:bodyPr>
            <a:normAutofit/>
          </a:bodyPr>
          <a:lstStyle/>
          <a:p>
            <a:r>
              <a:t>Data Analysis &amp; Insights Presentation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Objective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Analyze downtime impact in relation to time lost, identify key factors affecting production, and provide data-driven recommendations.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     </a:t>
            </a:r>
            <a:r>
              <a:rPr dirty="0"/>
              <a:t>Three dashboards were </a:t>
            </a:r>
            <a:r>
              <a:rPr lang="en-US" dirty="0"/>
              <a:t>              </a:t>
            </a:r>
            <a:r>
              <a:rPr dirty="0"/>
              <a:t>created:</a:t>
            </a:r>
            <a:endParaRPr lang="en-US" dirty="0"/>
          </a:p>
          <a:p>
            <a:pPr>
              <a:lnSpc>
                <a:spcPct val="90000"/>
              </a:lnSpc>
            </a:pPr>
            <a:r>
              <a:rPr dirty="0"/>
              <a:t>Downtime Factor Overview</a:t>
            </a:r>
            <a:endParaRPr lang="en-US" dirty="0"/>
          </a:p>
          <a:p>
            <a:pPr>
              <a:lnSpc>
                <a:spcPct val="90000"/>
              </a:lnSpc>
            </a:pPr>
            <a:r>
              <a:rPr dirty="0"/>
              <a:t>Downtime Duration Analysis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dirty="0"/>
              <a:t>Operator Scheduling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These provide insights into downtime causes, duration, and operator performance.</a:t>
            </a:r>
            <a:endParaRPr lang="en-US" dirty="0"/>
          </a:p>
        </p:txBody>
      </p:sp>
      <p:pic>
        <p:nvPicPr>
          <p:cNvPr id="15" name="Picture 14" descr="Speedometer">
            <a:extLst>
              <a:ext uri="{FF2B5EF4-FFF2-40B4-BE49-F238E27FC236}">
                <a16:creationId xmlns:a16="http://schemas.microsoft.com/office/drawing/2014/main" id="{3C330846-4171-B338-975D-D7DE67DF9C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63" r="30509" b="-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1B1E1E-22C8-936A-0A3D-60E3727C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5118538"/>
            <a:ext cx="6216024" cy="12086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DOWNTIME FACTOR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AD05EC-FE2E-0881-5056-26F9BD4E0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966" y="199697"/>
            <a:ext cx="6894786" cy="491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76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DECBD1-93F5-0ACC-3EA6-16DF79BB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5192110"/>
            <a:ext cx="6216024" cy="1166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DOWNTIME DURATION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1AF31-3245-FEB2-93D5-1A7377A6A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539" y="32110"/>
            <a:ext cx="6810702" cy="5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5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31373C-0515-79D3-F2E8-BDDBE7CAB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5666154"/>
            <a:ext cx="6216024" cy="60852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2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OPERATOR SCHEDULING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806D72-23E3-CB8A-F1FB-C990C338A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455" y="73572"/>
            <a:ext cx="7199586" cy="528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7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Key Metrics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• Total Batches: 645</a:t>
            </a:r>
          </a:p>
          <a:p>
            <a:r>
              <a:rPr lang="en-US">
                <a:solidFill>
                  <a:srgbClr val="FFFFFF"/>
                </a:solidFill>
              </a:rPr>
              <a:t>• Delayed Batches: 363</a:t>
            </a:r>
          </a:p>
          <a:p>
            <a:r>
              <a:rPr lang="en-US">
                <a:solidFill>
                  <a:srgbClr val="FFFFFF"/>
                </a:solidFill>
              </a:rPr>
              <a:t>• Days Lost: 21.74</a:t>
            </a:r>
          </a:p>
          <a:p>
            <a:r>
              <a:rPr lang="en-US">
                <a:solidFill>
                  <a:srgbClr val="FFFFFF"/>
                </a:solidFill>
              </a:rPr>
              <a:t>• Downtime Factors: 885</a:t>
            </a:r>
          </a:p>
          <a:p>
            <a:r>
              <a:rPr lang="en-US">
                <a:solidFill>
                  <a:srgbClr val="FFFFFF"/>
                </a:solidFill>
              </a:rPr>
              <a:t>• Distinct Factors: 13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Indicates significant production inefficiencies.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Key Insights - Downtime Factors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1BD65D-2E67-E72C-DB6B-754795FBB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9916430"/>
              </p:ext>
            </p:extLst>
          </p:nvPr>
        </p:nvGraphicFramePr>
        <p:xfrm>
          <a:off x="965199" y="1439917"/>
          <a:ext cx="7213600" cy="4226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/>
              <a:t>Key Insights - Time Lost</a:t>
            </a: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673E3826-1C80-026E-37AC-D7ED6ED00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397148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Operator Performance Insights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D51623-C0A0-A7AA-10B6-BCEDD65315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535272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Business Impact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0ECB83-A5A9-BA5D-7DC3-1D1FFFA886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98407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2100"/>
              <a:t>Recommendations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E46F0715-DAE4-05CC-5397-BB39509CB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960039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54466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The analysis highlights key inefficiencies in downtime factors and operator performance. Addressing these areas will improve productivity, reduce delays, and enhance operational efficiency.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3907FA18-CAA4-2DA5-218E-A702F8498C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38" r="30114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4158D-2B1F-D332-3601-951D2E73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15" y="643467"/>
            <a:ext cx="3152284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FBFAE-DE81-5B2E-CE97-B2E8430AE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15" y="2160590"/>
            <a:ext cx="2980457" cy="3440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D9E14AC0-36D1-18B5-D91B-E0E895171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0" y="1493930"/>
            <a:ext cx="3857625" cy="3857625"/>
          </a:xfrm>
          <a:prstGeom prst="rect">
            <a:avLst/>
          </a:prstGeom>
        </p:spPr>
      </p:pic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70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279</Words>
  <Application>Microsoft Office PowerPoint</Application>
  <PresentationFormat>On-screen Show (4:3)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GreenTech Manufacturing Downtime Analysis Dashboard</vt:lpstr>
      <vt:lpstr>Objective</vt:lpstr>
      <vt:lpstr>Dashboard Overview</vt:lpstr>
      <vt:lpstr>DOWNTIME FACTOR OVERVIEW</vt:lpstr>
      <vt:lpstr>DOWNTIME DURATION ANALYSIS</vt:lpstr>
      <vt:lpstr>OPERATOR SCHEDULING</vt:lpstr>
      <vt:lpstr>Key Metrics</vt:lpstr>
      <vt:lpstr>Key Insights - Downtime Factors</vt:lpstr>
      <vt:lpstr>Key Insights - Time Lost</vt:lpstr>
      <vt:lpstr>Operator Performance Insights</vt:lpstr>
      <vt:lpstr>Business Impact</vt:lpstr>
      <vt:lpstr>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Oluwatimilehin Joseph Adewoye</cp:lastModifiedBy>
  <cp:revision>7</cp:revision>
  <dcterms:created xsi:type="dcterms:W3CDTF">2013-01-27T09:14:16Z</dcterms:created>
  <dcterms:modified xsi:type="dcterms:W3CDTF">2026-04-13T15:28:54Z</dcterms:modified>
  <cp:category/>
</cp:coreProperties>
</file>